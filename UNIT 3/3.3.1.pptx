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1"/>
    <p:sldMasterId id="2147483668" r:id="rId2"/>
  </p:sldMasterIdLst>
  <p:notesMasterIdLst>
    <p:notesMasterId r:id="rId17"/>
  </p:notesMasterIdLst>
  <p:sldIdLst>
    <p:sldId id="256" r:id="rId3"/>
    <p:sldId id="389" r:id="rId4"/>
    <p:sldId id="409" r:id="rId5"/>
    <p:sldId id="410" r:id="rId6"/>
    <p:sldId id="411" r:id="rId7"/>
    <p:sldId id="412" r:id="rId8"/>
    <p:sldId id="413" r:id="rId9"/>
    <p:sldId id="414" r:id="rId10"/>
    <p:sldId id="424" r:id="rId11"/>
    <p:sldId id="423" r:id="rId12"/>
    <p:sldId id="425" r:id="rId13"/>
    <p:sldId id="426" r:id="rId14"/>
    <p:sldId id="427" r:id="rId15"/>
    <p:sldId id="428" r:id="rId16"/>
  </p:sldIdLst>
  <p:sldSz cx="12192000" cy="6858000"/>
  <p:notesSz cx="6858000" cy="9144000"/>
  <p:custDataLst>
    <p:tags r:id="rId18"/>
  </p:custDataLst>
  <p:defaultTex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8BBC4"/>
    <a:srgbClr val="0D8BC3"/>
    <a:srgbClr val="2ED9FA"/>
    <a:srgbClr val="0BDEE3"/>
    <a:srgbClr val="07D3D3"/>
    <a:srgbClr val="07DDF3"/>
    <a:srgbClr val="57ACF3"/>
    <a:srgbClr val="3399FF"/>
    <a:srgbClr val="33CCFF"/>
    <a:srgbClr val="EFF5F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962" autoAdjust="0"/>
    <p:restoredTop sz="94660"/>
  </p:normalViewPr>
  <p:slideViewPr>
    <p:cSldViewPr snapToGrid="0">
      <p:cViewPr varScale="1">
        <p:scale>
          <a:sx n="82" d="100"/>
          <a:sy n="82" d="100"/>
        </p:scale>
        <p:origin x="581" y="8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ags" Target="tags/tag1.xml"/><Relationship Id="rId3" Type="http://schemas.openxmlformats.org/officeDocument/2006/relationships/slide" Target="slides/slide1.xml"/><Relationship Id="rId21"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eaLnBrk="1" fontAlgn="auto" hangingPunct="1">
              <a:spcBef>
                <a:spcPts val="0"/>
              </a:spcBef>
              <a:spcAft>
                <a:spcPts val="0"/>
              </a:spcAft>
              <a:defRPr sz="1200">
                <a:latin typeface="+mn-lt"/>
              </a:defRPr>
            </a:lvl1pPr>
          </a:lstStyle>
          <a:p>
            <a:pPr>
              <a:defRPr/>
            </a:pPr>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eaLnBrk="1" fontAlgn="auto" hangingPunct="1">
              <a:spcBef>
                <a:spcPts val="0"/>
              </a:spcBef>
              <a:spcAft>
                <a:spcPts val="0"/>
              </a:spcAft>
              <a:defRPr sz="1200">
                <a:latin typeface="+mn-lt"/>
              </a:defRPr>
            </a:lvl1pPr>
          </a:lstStyle>
          <a:p>
            <a:pPr>
              <a:defRPr/>
            </a:pPr>
            <a:fld id="{4F08BD66-0090-4264-A614-918E999BC416}" type="datetimeFigureOut">
              <a:rPr lang="en-US"/>
              <a:pPr>
                <a:defRPr/>
              </a:pPr>
              <a:t>7/3/2025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defRPr>
            </a:lvl1pPr>
          </a:lstStyle>
          <a:p>
            <a:pPr>
              <a:defRPr/>
            </a:pPr>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eaLnBrk="1" fontAlgn="auto" hangingPunct="1">
              <a:spcBef>
                <a:spcPts val="0"/>
              </a:spcBef>
              <a:spcAft>
                <a:spcPts val="0"/>
              </a:spcAft>
              <a:defRPr sz="1200">
                <a:latin typeface="+mn-lt"/>
              </a:defRPr>
            </a:lvl1pPr>
          </a:lstStyle>
          <a:p>
            <a:pPr>
              <a:defRPr/>
            </a:pPr>
            <a:fld id="{FF5D7673-01F9-4197-813B-D3D5701B070F}" type="slidenum">
              <a:rPr lang="en-US"/>
              <a:pPr>
                <a:defRPr/>
              </a:pPr>
              <a:t>‹#›</a:t>
            </a:fld>
            <a:endParaRPr lang="en-US"/>
          </a:p>
        </p:txBody>
      </p:sp>
    </p:spTree>
    <p:extLst>
      <p:ext uri="{BB962C8B-B14F-4D97-AF65-F5344CB8AC3E}">
        <p14:creationId xmlns:p14="http://schemas.microsoft.com/office/powerpoint/2010/main" val="10528033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1" name="Google Shape;91;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2452151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FF5D7673-01F9-4197-813B-D3D5701B070F}" type="slidenum">
              <a:rPr lang="en-US" smtClean="0"/>
              <a:pPr>
                <a:defRPr/>
              </a:pPr>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FF5D7673-01F9-4197-813B-D3D5701B070F}" type="slidenum">
              <a:rPr lang="en-US" smtClean="0"/>
              <a:pPr>
                <a:defRPr/>
              </a:pPr>
              <a:t>3</a:t>
            </a:fld>
            <a:endParaRPr lang="en-US"/>
          </a:p>
        </p:txBody>
      </p:sp>
    </p:spTree>
    <p:extLst>
      <p:ext uri="{BB962C8B-B14F-4D97-AF65-F5344CB8AC3E}">
        <p14:creationId xmlns:p14="http://schemas.microsoft.com/office/powerpoint/2010/main" val="418462748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FF5D7673-01F9-4197-813B-D3D5701B070F}" type="slidenum">
              <a:rPr lang="en-US" smtClean="0"/>
              <a:pPr>
                <a:defRPr/>
              </a:pPr>
              <a:t>4</a:t>
            </a:fld>
            <a:endParaRPr lang="en-US"/>
          </a:p>
        </p:txBody>
      </p:sp>
    </p:spTree>
    <p:extLst>
      <p:ext uri="{BB962C8B-B14F-4D97-AF65-F5344CB8AC3E}">
        <p14:creationId xmlns:p14="http://schemas.microsoft.com/office/powerpoint/2010/main" val="34410161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FF5D7673-01F9-4197-813B-D3D5701B070F}" type="slidenum">
              <a:rPr lang="en-US" smtClean="0"/>
              <a:pPr>
                <a:defRPr/>
              </a:pPr>
              <a:t>5</a:t>
            </a:fld>
            <a:endParaRPr lang="en-US"/>
          </a:p>
        </p:txBody>
      </p:sp>
    </p:spTree>
    <p:extLst>
      <p:ext uri="{BB962C8B-B14F-4D97-AF65-F5344CB8AC3E}">
        <p14:creationId xmlns:p14="http://schemas.microsoft.com/office/powerpoint/2010/main" val="124933679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FF5D7673-01F9-4197-813B-D3D5701B070F}" type="slidenum">
              <a:rPr lang="en-US" smtClean="0"/>
              <a:pPr>
                <a:defRPr/>
              </a:pPr>
              <a:t>6</a:t>
            </a:fld>
            <a:endParaRPr lang="en-US"/>
          </a:p>
        </p:txBody>
      </p:sp>
    </p:spTree>
    <p:extLst>
      <p:ext uri="{BB962C8B-B14F-4D97-AF65-F5344CB8AC3E}">
        <p14:creationId xmlns:p14="http://schemas.microsoft.com/office/powerpoint/2010/main" val="210318837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FF5D7673-01F9-4197-813B-D3D5701B070F}" type="slidenum">
              <a:rPr lang="en-US" smtClean="0"/>
              <a:pPr>
                <a:defRPr/>
              </a:pPr>
              <a:t>7</a:t>
            </a:fld>
            <a:endParaRPr lang="en-US"/>
          </a:p>
        </p:txBody>
      </p:sp>
    </p:spTree>
    <p:extLst>
      <p:ext uri="{BB962C8B-B14F-4D97-AF65-F5344CB8AC3E}">
        <p14:creationId xmlns:p14="http://schemas.microsoft.com/office/powerpoint/2010/main" val="252007896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FF5D7673-01F9-4197-813B-D3D5701B070F}" type="slidenum">
              <a:rPr lang="en-US" smtClean="0"/>
              <a:pPr>
                <a:defRPr/>
              </a:pPr>
              <a:t>8</a:t>
            </a:fld>
            <a:endParaRPr lang="en-US"/>
          </a:p>
        </p:txBody>
      </p:sp>
    </p:spTree>
    <p:extLst>
      <p:ext uri="{BB962C8B-B14F-4D97-AF65-F5344CB8AC3E}">
        <p14:creationId xmlns:p14="http://schemas.microsoft.com/office/powerpoint/2010/main" val="299173336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FF5D7673-01F9-4197-813B-D3D5701B070F}" type="slidenum">
              <a:rPr lang="en-US" smtClean="0"/>
              <a:pPr>
                <a:defRPr/>
              </a:pPr>
              <a:t>9</a:t>
            </a:fld>
            <a:endParaRPr lang="en-US"/>
          </a:p>
        </p:txBody>
      </p:sp>
    </p:spTree>
    <p:extLst>
      <p:ext uri="{BB962C8B-B14F-4D97-AF65-F5344CB8AC3E}">
        <p14:creationId xmlns:p14="http://schemas.microsoft.com/office/powerpoint/2010/main" val="299173336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FF5D7673-01F9-4197-813B-D3D5701B070F}" type="slidenum">
              <a:rPr lang="en-US" smtClean="0"/>
              <a:pPr>
                <a:defRPr/>
              </a:pPr>
              <a:t>10</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FF5D7673-01F9-4197-813B-D3D5701B070F}" type="slidenum">
              <a:rPr lang="en-US" smtClean="0"/>
              <a:pPr>
                <a:defRPr/>
              </a:pPr>
              <a:t>11</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FF5D7673-01F9-4197-813B-D3D5701B070F}" type="slidenum">
              <a:rPr lang="en-US" smtClean="0"/>
              <a:pPr>
                <a:defRPr/>
              </a:pPr>
              <a:t>12</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FF5D7673-01F9-4197-813B-D3D5701B070F}" type="slidenum">
              <a:rPr lang="en-US" smtClean="0"/>
              <a:pPr>
                <a:defRPr/>
              </a:pPr>
              <a:t>14</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30876" y="115888"/>
            <a:ext cx="8501448" cy="987982"/>
          </a:xfrm>
          <a:ln w="9525"/>
        </p:spPr>
        <p:txBody>
          <a:bodyPr/>
          <a:lstStyle>
            <a:lvl1pPr algn="ctr">
              <a:defRPr sz="4400"/>
            </a:lvl1pPr>
          </a:lstStyle>
          <a:p>
            <a:r>
              <a:rPr lang="en-US"/>
              <a:t>Click to edit Master title style</a:t>
            </a:r>
            <a:endParaRPr lang="en-US" dirty="0"/>
          </a:p>
        </p:txBody>
      </p:sp>
      <p:sp>
        <p:nvSpPr>
          <p:cNvPr id="3" name="Subtitle 2"/>
          <p:cNvSpPr>
            <a:spLocks noGrp="1"/>
          </p:cNvSpPr>
          <p:nvPr>
            <p:ph type="subTitle" idx="1"/>
          </p:nvPr>
        </p:nvSpPr>
        <p:spPr>
          <a:xfrm>
            <a:off x="1524000" y="2481692"/>
            <a:ext cx="9144000" cy="1655762"/>
          </a:xfrm>
          <a:ln w="12700"/>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34932330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38200" y="6356358"/>
            <a:ext cx="2743200" cy="365125"/>
          </a:xfrm>
          <a:prstGeom prst="rect">
            <a:avLst/>
          </a:prstGeom>
        </p:spPr>
        <p:txBody>
          <a:bodyPr/>
          <a:lstStyle>
            <a:lvl1pPr eaLnBrk="1" fontAlgn="auto" hangingPunct="1">
              <a:spcBef>
                <a:spcPts val="0"/>
              </a:spcBef>
              <a:spcAft>
                <a:spcPts val="0"/>
              </a:spcAft>
              <a:defRPr>
                <a:latin typeface="+mn-lt"/>
              </a:defRPr>
            </a:lvl1pPr>
          </a:lstStyle>
          <a:p>
            <a:pPr>
              <a:defRPr/>
            </a:pPr>
            <a:fld id="{605DDE71-BC80-4F4D-B385-5050999CD606}" type="datetime1">
              <a:rPr lang="en-US" smtClean="0"/>
              <a:pPr>
                <a:defRPr/>
              </a:pPr>
              <a:t>7/3/2025</a:t>
            </a:fld>
            <a:endParaRPr lang="en-US"/>
          </a:p>
        </p:txBody>
      </p:sp>
      <p:sp>
        <p:nvSpPr>
          <p:cNvPr id="5" name="Footer Placeholder 4"/>
          <p:cNvSpPr>
            <a:spLocks noGrp="1"/>
          </p:cNvSpPr>
          <p:nvPr>
            <p:ph type="ftr" sz="quarter" idx="11"/>
          </p:nvPr>
        </p:nvSpPr>
        <p:spPr>
          <a:xfrm>
            <a:off x="4038600" y="6356358"/>
            <a:ext cx="4114800" cy="365125"/>
          </a:xfrm>
          <a:prstGeom prst="rect">
            <a:avLst/>
          </a:prstGeom>
        </p:spPr>
        <p:txBody>
          <a:bodyPr/>
          <a:lstStyle>
            <a:lvl1pPr eaLnBrk="1" fontAlgn="auto" hangingPunct="1">
              <a:spcBef>
                <a:spcPts val="0"/>
              </a:spcBef>
              <a:spcAft>
                <a:spcPts val="0"/>
              </a:spcAft>
              <a:defRPr>
                <a:latin typeface="+mn-lt"/>
              </a:defRPr>
            </a:lvl1pPr>
          </a:lstStyle>
          <a:p>
            <a:pPr>
              <a:defRPr/>
            </a:pPr>
            <a:endParaRPr lang="en-US"/>
          </a:p>
        </p:txBody>
      </p:sp>
      <p:sp>
        <p:nvSpPr>
          <p:cNvPr id="9" name="Title 1"/>
          <p:cNvSpPr txBox="1">
            <a:spLocks/>
          </p:cNvSpPr>
          <p:nvPr/>
        </p:nvSpPr>
        <p:spPr bwMode="auto">
          <a:xfrm>
            <a:off x="922339" y="115888"/>
            <a:ext cx="8358140" cy="869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fontScale="97500"/>
          </a:bodyPr>
          <a:lstStyle/>
          <a:p>
            <a:pPr marL="0" marR="0" lvl="0" indent="0" algn="just" defTabSz="914400" rtl="0" eaLnBrk="0" fontAlgn="base" latinLnBrk="0" hangingPunct="0">
              <a:lnSpc>
                <a:spcPct val="90000"/>
              </a:lnSpc>
              <a:spcBef>
                <a:spcPct val="0"/>
              </a:spcBef>
              <a:spcAft>
                <a:spcPct val="0"/>
              </a:spcAft>
              <a:buClrTx/>
              <a:buSzTx/>
              <a:buFontTx/>
              <a:buNone/>
              <a:tabLst/>
              <a:defRPr/>
            </a:pPr>
            <a:r>
              <a:rPr kumimoji="0" lang="en-US" sz="4400" b="1" i="0" u="none" strike="noStrike" kern="1200" cap="small" spc="0" normalizeH="0" baseline="0" noProof="0" dirty="0">
                <a:ln>
                  <a:noFill/>
                </a:ln>
                <a:solidFill>
                  <a:schemeClr val="accent5">
                    <a:lumMod val="50000"/>
                  </a:schemeClr>
                </a:solidFill>
                <a:effectLst/>
                <a:uLnTx/>
                <a:uFillTx/>
                <a:latin typeface="Times New Roman" panose="02020603050405020304" pitchFamily="18" charset="0"/>
                <a:ea typeface="+mj-ea"/>
                <a:cs typeface="Times New Roman" panose="02020603050405020304" pitchFamily="18" charset="0"/>
              </a:rPr>
              <a:t> </a:t>
            </a:r>
            <a:endParaRPr kumimoji="0" lang="en-US" sz="4000" b="1" i="0" u="none" strike="noStrike" kern="1200" cap="small" spc="0" normalizeH="0" baseline="0" noProof="0" dirty="0">
              <a:ln>
                <a:noFill/>
              </a:ln>
              <a:solidFill>
                <a:schemeClr val="accent5">
                  <a:lumMod val="50000"/>
                </a:schemeClr>
              </a:solidFill>
              <a:effectLst/>
              <a:uLnTx/>
              <a:uFillTx/>
              <a:latin typeface="Times New Roman" panose="02020603050405020304" pitchFamily="18" charset="0"/>
              <a:ea typeface="+mj-ea"/>
              <a:cs typeface="Times New Roman" panose="02020603050405020304" pitchFamily="18" charset="0"/>
            </a:endParaRPr>
          </a:p>
        </p:txBody>
      </p:sp>
      <p:sp>
        <p:nvSpPr>
          <p:cNvPr id="6" name="Title 1"/>
          <p:cNvSpPr txBox="1">
            <a:spLocks/>
          </p:cNvSpPr>
          <p:nvPr userDrawn="1"/>
        </p:nvSpPr>
        <p:spPr bwMode="auto">
          <a:xfrm>
            <a:off x="922338" y="115888"/>
            <a:ext cx="8358140" cy="869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fontScale="97500"/>
          </a:bodyPr>
          <a:lstStyle/>
          <a:p>
            <a:pPr marL="0" marR="0" lvl="0" indent="0" algn="just" defTabSz="914400" rtl="0" eaLnBrk="0" fontAlgn="base" latinLnBrk="0" hangingPunct="0">
              <a:lnSpc>
                <a:spcPct val="90000"/>
              </a:lnSpc>
              <a:spcBef>
                <a:spcPct val="0"/>
              </a:spcBef>
              <a:spcAft>
                <a:spcPct val="0"/>
              </a:spcAft>
              <a:buClrTx/>
              <a:buSzTx/>
              <a:buFontTx/>
              <a:buNone/>
              <a:tabLst/>
              <a:defRPr/>
            </a:pPr>
            <a:r>
              <a:rPr kumimoji="0" lang="en-US" sz="4400" b="1" i="0" u="none" strike="noStrike" kern="1200" cap="small" spc="0" normalizeH="0" baseline="0" noProof="0" dirty="0">
                <a:ln>
                  <a:noFill/>
                </a:ln>
                <a:solidFill>
                  <a:schemeClr val="accent5">
                    <a:lumMod val="50000"/>
                  </a:schemeClr>
                </a:solidFill>
                <a:effectLst/>
                <a:uLnTx/>
                <a:uFillTx/>
                <a:latin typeface="Times New Roman" panose="02020603050405020304" pitchFamily="18" charset="0"/>
                <a:ea typeface="+mj-ea"/>
                <a:cs typeface="Times New Roman" panose="02020603050405020304" pitchFamily="18" charset="0"/>
              </a:rPr>
              <a:t> </a:t>
            </a:r>
            <a:endParaRPr kumimoji="0" lang="en-US" sz="4000" b="1" i="0" u="none" strike="noStrike" kern="1200" cap="small" spc="0" normalizeH="0" baseline="0" noProof="0" dirty="0">
              <a:ln>
                <a:noFill/>
              </a:ln>
              <a:solidFill>
                <a:schemeClr val="accent5">
                  <a:lumMod val="50000"/>
                </a:schemeClr>
              </a:solidFill>
              <a:effectLst/>
              <a:uLnTx/>
              <a:uFillTx/>
              <a:latin typeface="Times New Roman" panose="02020603050405020304" pitchFamily="18" charset="0"/>
              <a:ea typeface="+mj-ea"/>
              <a:cs typeface="Times New Roman" panose="02020603050405020304" pitchFamily="18" charset="0"/>
            </a:endParaRPr>
          </a:p>
        </p:txBody>
      </p:sp>
      <p:pic>
        <p:nvPicPr>
          <p:cNvPr id="7" name="Picture 2" descr="C:\Users\OM\Downloads\naac-sticker.png"/>
          <p:cNvPicPr>
            <a:picLocks noChangeAspect="1" noChangeArrowheads="1"/>
          </p:cNvPicPr>
          <p:nvPr userDrawn="1"/>
        </p:nvPicPr>
        <p:blipFill>
          <a:blip r:embed="rId2" cstate="print"/>
          <a:srcRect b="23807"/>
          <a:stretch>
            <a:fillRect/>
          </a:stretch>
        </p:blipFill>
        <p:spPr bwMode="auto">
          <a:xfrm>
            <a:off x="9662615" y="40945"/>
            <a:ext cx="2515736" cy="682387"/>
          </a:xfrm>
          <a:prstGeom prst="rect">
            <a:avLst/>
          </a:prstGeom>
          <a:noFill/>
        </p:spPr>
      </p:pic>
    </p:spTree>
    <p:extLst>
      <p:ext uri="{BB962C8B-B14F-4D97-AF65-F5344CB8AC3E}">
        <p14:creationId xmlns:p14="http://schemas.microsoft.com/office/powerpoint/2010/main" val="15895827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6"/>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1" y="4589471"/>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38200" y="6356358"/>
            <a:ext cx="2743200" cy="365125"/>
          </a:xfrm>
          <a:prstGeom prst="rect">
            <a:avLst/>
          </a:prstGeom>
        </p:spPr>
        <p:txBody>
          <a:bodyPr/>
          <a:lstStyle>
            <a:lvl1pPr eaLnBrk="1" fontAlgn="auto" hangingPunct="1">
              <a:spcBef>
                <a:spcPts val="0"/>
              </a:spcBef>
              <a:spcAft>
                <a:spcPts val="0"/>
              </a:spcAft>
              <a:defRPr>
                <a:latin typeface="+mn-lt"/>
              </a:defRPr>
            </a:lvl1pPr>
          </a:lstStyle>
          <a:p>
            <a:fld id="{93A0F06B-06CD-4D06-874F-C3BE91473B7E}" type="datetimeFigureOut">
              <a:rPr lang="en-US" smtClean="0"/>
              <a:pPr/>
              <a:t>7/3/2025</a:t>
            </a:fld>
            <a:endParaRPr lang="en-US"/>
          </a:p>
        </p:txBody>
      </p:sp>
      <p:sp>
        <p:nvSpPr>
          <p:cNvPr id="5" name="Footer Placeholder 4"/>
          <p:cNvSpPr>
            <a:spLocks noGrp="1"/>
          </p:cNvSpPr>
          <p:nvPr>
            <p:ph type="ftr" sz="quarter" idx="11"/>
          </p:nvPr>
        </p:nvSpPr>
        <p:spPr>
          <a:xfrm>
            <a:off x="4038600" y="6356358"/>
            <a:ext cx="4114800" cy="365125"/>
          </a:xfrm>
          <a:prstGeom prst="rect">
            <a:avLst/>
          </a:prstGeom>
        </p:spPr>
        <p:txBody>
          <a:bodyPr/>
          <a:lstStyle>
            <a:lvl1pPr eaLnBrk="1" fontAlgn="auto" hangingPunct="1">
              <a:spcBef>
                <a:spcPts val="0"/>
              </a:spcBef>
              <a:spcAft>
                <a:spcPts val="0"/>
              </a:spcAft>
              <a:defRPr>
                <a:latin typeface="+mn-lt"/>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4C34A185-1BC0-44F0-B65A-D683D100ACD1}" type="slidenum">
              <a:rPr lang="en-US" smtClean="0"/>
              <a:pPr/>
              <a:t>‹#›</a:t>
            </a:fld>
            <a:endParaRPr lang="en-US"/>
          </a:p>
        </p:txBody>
      </p:sp>
    </p:spTree>
    <p:extLst>
      <p:ext uri="{BB962C8B-B14F-4D97-AF65-F5344CB8AC3E}">
        <p14:creationId xmlns:p14="http://schemas.microsoft.com/office/powerpoint/2010/main" val="24322576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38200" y="6356358"/>
            <a:ext cx="2743200" cy="365125"/>
          </a:xfrm>
          <a:prstGeom prst="rect">
            <a:avLst/>
          </a:prstGeom>
        </p:spPr>
        <p:txBody>
          <a:bodyPr/>
          <a:lstStyle>
            <a:lvl1pPr eaLnBrk="1" fontAlgn="auto" hangingPunct="1">
              <a:spcBef>
                <a:spcPts val="0"/>
              </a:spcBef>
              <a:spcAft>
                <a:spcPts val="0"/>
              </a:spcAft>
              <a:defRPr>
                <a:latin typeface="+mn-lt"/>
              </a:defRPr>
            </a:lvl1pPr>
          </a:lstStyle>
          <a:p>
            <a:fld id="{93A0F06B-06CD-4D06-874F-C3BE91473B7E}" type="datetimeFigureOut">
              <a:rPr lang="en-US" smtClean="0"/>
              <a:pPr/>
              <a:t>7/3/2025</a:t>
            </a:fld>
            <a:endParaRPr lang="en-US"/>
          </a:p>
        </p:txBody>
      </p:sp>
      <p:sp>
        <p:nvSpPr>
          <p:cNvPr id="6" name="Footer Placeholder 5"/>
          <p:cNvSpPr>
            <a:spLocks noGrp="1"/>
          </p:cNvSpPr>
          <p:nvPr>
            <p:ph type="ftr" sz="quarter" idx="11"/>
          </p:nvPr>
        </p:nvSpPr>
        <p:spPr>
          <a:xfrm>
            <a:off x="4038600" y="6356358"/>
            <a:ext cx="4114800" cy="365125"/>
          </a:xfrm>
          <a:prstGeom prst="rect">
            <a:avLst/>
          </a:prstGeom>
        </p:spPr>
        <p:txBody>
          <a:bodyPr/>
          <a:lstStyle>
            <a:lvl1pPr eaLnBrk="1" fontAlgn="auto" hangingPunct="1">
              <a:spcBef>
                <a:spcPts val="0"/>
              </a:spcBef>
              <a:spcAft>
                <a:spcPts val="0"/>
              </a:spcAft>
              <a:defRPr>
                <a:latin typeface="+mn-lt"/>
              </a:defRPr>
            </a:lvl1pPr>
          </a:lstStyle>
          <a:p>
            <a:endParaRPr lang="en-US"/>
          </a:p>
        </p:txBody>
      </p:sp>
      <p:sp>
        <p:nvSpPr>
          <p:cNvPr id="7" name="Slide Number Placeholder 6"/>
          <p:cNvSpPr>
            <a:spLocks noGrp="1"/>
          </p:cNvSpPr>
          <p:nvPr>
            <p:ph type="sldNum" sz="quarter" idx="12"/>
          </p:nvPr>
        </p:nvSpPr>
        <p:spPr/>
        <p:txBody>
          <a:bodyPr/>
          <a:lstStyle>
            <a:lvl1pPr>
              <a:defRPr/>
            </a:lvl1pPr>
          </a:lstStyle>
          <a:p>
            <a:fld id="{4C34A185-1BC0-44F0-B65A-D683D100ACD1}" type="slidenum">
              <a:rPr lang="en-US" smtClean="0"/>
              <a:pPr/>
              <a:t>‹#›</a:t>
            </a:fld>
            <a:endParaRPr lang="en-US"/>
          </a:p>
        </p:txBody>
      </p:sp>
    </p:spTree>
    <p:extLst>
      <p:ext uri="{BB962C8B-B14F-4D97-AF65-F5344CB8AC3E}">
        <p14:creationId xmlns:p14="http://schemas.microsoft.com/office/powerpoint/2010/main" val="27338948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9"/>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9"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3"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3"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38200" y="6356358"/>
            <a:ext cx="2743200" cy="365125"/>
          </a:xfrm>
          <a:prstGeom prst="rect">
            <a:avLst/>
          </a:prstGeom>
        </p:spPr>
        <p:txBody>
          <a:bodyPr/>
          <a:lstStyle>
            <a:lvl1pPr eaLnBrk="1" fontAlgn="auto" hangingPunct="1">
              <a:spcBef>
                <a:spcPts val="0"/>
              </a:spcBef>
              <a:spcAft>
                <a:spcPts val="0"/>
              </a:spcAft>
              <a:defRPr>
                <a:latin typeface="+mn-lt"/>
              </a:defRPr>
            </a:lvl1pPr>
          </a:lstStyle>
          <a:p>
            <a:fld id="{93A0F06B-06CD-4D06-874F-C3BE91473B7E}" type="datetimeFigureOut">
              <a:rPr lang="en-US" smtClean="0"/>
              <a:pPr/>
              <a:t>7/3/2025</a:t>
            </a:fld>
            <a:endParaRPr lang="en-US"/>
          </a:p>
        </p:txBody>
      </p:sp>
      <p:sp>
        <p:nvSpPr>
          <p:cNvPr id="8" name="Footer Placeholder 7"/>
          <p:cNvSpPr>
            <a:spLocks noGrp="1"/>
          </p:cNvSpPr>
          <p:nvPr>
            <p:ph type="ftr" sz="quarter" idx="11"/>
          </p:nvPr>
        </p:nvSpPr>
        <p:spPr>
          <a:xfrm>
            <a:off x="4038600" y="6356358"/>
            <a:ext cx="4114800" cy="365125"/>
          </a:xfrm>
          <a:prstGeom prst="rect">
            <a:avLst/>
          </a:prstGeom>
        </p:spPr>
        <p:txBody>
          <a:bodyPr/>
          <a:lstStyle>
            <a:lvl1pPr eaLnBrk="1" fontAlgn="auto" hangingPunct="1">
              <a:spcBef>
                <a:spcPts val="0"/>
              </a:spcBef>
              <a:spcAft>
                <a:spcPts val="0"/>
              </a:spcAft>
              <a:defRPr>
                <a:latin typeface="+mn-lt"/>
              </a:defRPr>
            </a:lvl1pPr>
          </a:lstStyle>
          <a:p>
            <a:endParaRPr lang="en-US"/>
          </a:p>
        </p:txBody>
      </p:sp>
      <p:sp>
        <p:nvSpPr>
          <p:cNvPr id="9" name="Slide Number Placeholder 8"/>
          <p:cNvSpPr>
            <a:spLocks noGrp="1"/>
          </p:cNvSpPr>
          <p:nvPr>
            <p:ph type="sldNum" sz="quarter" idx="12"/>
          </p:nvPr>
        </p:nvSpPr>
        <p:spPr/>
        <p:txBody>
          <a:bodyPr/>
          <a:lstStyle>
            <a:lvl1pPr>
              <a:defRPr/>
            </a:lvl1pPr>
          </a:lstStyle>
          <a:p>
            <a:fld id="{4C34A185-1BC0-44F0-B65A-D683D100ACD1}" type="slidenum">
              <a:rPr lang="en-US" smtClean="0"/>
              <a:pPr/>
              <a:t>‹#›</a:t>
            </a:fld>
            <a:endParaRPr lang="en-US"/>
          </a:p>
        </p:txBody>
      </p:sp>
    </p:spTree>
    <p:extLst>
      <p:ext uri="{BB962C8B-B14F-4D97-AF65-F5344CB8AC3E}">
        <p14:creationId xmlns:p14="http://schemas.microsoft.com/office/powerpoint/2010/main" val="27218585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a:xfrm>
            <a:off x="838200" y="6356358"/>
            <a:ext cx="2743200" cy="365125"/>
          </a:xfrm>
          <a:prstGeom prst="rect">
            <a:avLst/>
          </a:prstGeom>
        </p:spPr>
        <p:txBody>
          <a:bodyPr/>
          <a:lstStyle>
            <a:lvl1pPr eaLnBrk="1" fontAlgn="auto" hangingPunct="1">
              <a:spcBef>
                <a:spcPts val="0"/>
              </a:spcBef>
              <a:spcAft>
                <a:spcPts val="0"/>
              </a:spcAft>
              <a:defRPr>
                <a:latin typeface="+mn-lt"/>
              </a:defRPr>
            </a:lvl1pPr>
          </a:lstStyle>
          <a:p>
            <a:fld id="{93A0F06B-06CD-4D06-874F-C3BE91473B7E}" type="datetimeFigureOut">
              <a:rPr lang="en-US" smtClean="0"/>
              <a:pPr/>
              <a:t>7/3/2025</a:t>
            </a:fld>
            <a:endParaRPr lang="en-US"/>
          </a:p>
        </p:txBody>
      </p:sp>
      <p:sp>
        <p:nvSpPr>
          <p:cNvPr id="4" name="Footer Placeholder 3"/>
          <p:cNvSpPr>
            <a:spLocks noGrp="1"/>
          </p:cNvSpPr>
          <p:nvPr>
            <p:ph type="ftr" sz="quarter" idx="11"/>
          </p:nvPr>
        </p:nvSpPr>
        <p:spPr>
          <a:xfrm>
            <a:off x="4038600" y="6356358"/>
            <a:ext cx="4114800" cy="365125"/>
          </a:xfrm>
          <a:prstGeom prst="rect">
            <a:avLst/>
          </a:prstGeom>
        </p:spPr>
        <p:txBody>
          <a:bodyPr/>
          <a:lstStyle>
            <a:lvl1pPr eaLnBrk="1" fontAlgn="auto" hangingPunct="1">
              <a:spcBef>
                <a:spcPts val="0"/>
              </a:spcBef>
              <a:spcAft>
                <a:spcPts val="0"/>
              </a:spcAft>
              <a:defRPr>
                <a:latin typeface="+mn-lt"/>
              </a:defRPr>
            </a:lvl1pPr>
          </a:lstStyle>
          <a:p>
            <a:endParaRPr lang="en-US"/>
          </a:p>
        </p:txBody>
      </p:sp>
      <p:sp>
        <p:nvSpPr>
          <p:cNvPr id="5" name="Slide Number Placeholder 4"/>
          <p:cNvSpPr>
            <a:spLocks noGrp="1"/>
          </p:cNvSpPr>
          <p:nvPr>
            <p:ph type="sldNum" sz="quarter" idx="12"/>
          </p:nvPr>
        </p:nvSpPr>
        <p:spPr/>
        <p:txBody>
          <a:bodyPr/>
          <a:lstStyle>
            <a:lvl1pPr>
              <a:defRPr/>
            </a:lvl1pPr>
          </a:lstStyle>
          <a:p>
            <a:fld id="{4C34A185-1BC0-44F0-B65A-D683D100ACD1}" type="slidenum">
              <a:rPr lang="en-US" smtClean="0"/>
              <a:pPr/>
              <a:t>‹#›</a:t>
            </a:fld>
            <a:endParaRPr lang="en-US"/>
          </a:p>
        </p:txBody>
      </p:sp>
    </p:spTree>
    <p:extLst>
      <p:ext uri="{BB962C8B-B14F-4D97-AF65-F5344CB8AC3E}">
        <p14:creationId xmlns:p14="http://schemas.microsoft.com/office/powerpoint/2010/main" val="25297435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8"/>
            <a:ext cx="2743200" cy="365125"/>
          </a:xfrm>
          <a:prstGeom prst="rect">
            <a:avLst/>
          </a:prstGeom>
        </p:spPr>
        <p:txBody>
          <a:bodyPr/>
          <a:lstStyle>
            <a:lvl1pPr eaLnBrk="1" fontAlgn="auto" hangingPunct="1">
              <a:spcBef>
                <a:spcPts val="0"/>
              </a:spcBef>
              <a:spcAft>
                <a:spcPts val="0"/>
              </a:spcAft>
              <a:defRPr>
                <a:latin typeface="+mn-lt"/>
              </a:defRPr>
            </a:lvl1pPr>
          </a:lstStyle>
          <a:p>
            <a:fld id="{93A0F06B-06CD-4D06-874F-C3BE91473B7E}" type="datetimeFigureOut">
              <a:rPr lang="en-US" smtClean="0"/>
              <a:pPr/>
              <a:t>7/3/2025</a:t>
            </a:fld>
            <a:endParaRPr lang="en-US"/>
          </a:p>
        </p:txBody>
      </p:sp>
      <p:sp>
        <p:nvSpPr>
          <p:cNvPr id="3" name="Footer Placeholder 2"/>
          <p:cNvSpPr>
            <a:spLocks noGrp="1"/>
          </p:cNvSpPr>
          <p:nvPr>
            <p:ph type="ftr" sz="quarter" idx="11"/>
          </p:nvPr>
        </p:nvSpPr>
        <p:spPr>
          <a:xfrm>
            <a:off x="4038600" y="6356358"/>
            <a:ext cx="4114800" cy="365125"/>
          </a:xfrm>
          <a:prstGeom prst="rect">
            <a:avLst/>
          </a:prstGeom>
        </p:spPr>
        <p:txBody>
          <a:bodyPr/>
          <a:lstStyle>
            <a:lvl1pPr eaLnBrk="1" fontAlgn="auto" hangingPunct="1">
              <a:spcBef>
                <a:spcPts val="0"/>
              </a:spcBef>
              <a:spcAft>
                <a:spcPts val="0"/>
              </a:spcAft>
              <a:defRPr>
                <a:latin typeface="+mn-lt"/>
              </a:defRPr>
            </a:lvl1pPr>
          </a:lstStyle>
          <a:p>
            <a:endParaRPr lang="en-US"/>
          </a:p>
        </p:txBody>
      </p:sp>
      <p:sp>
        <p:nvSpPr>
          <p:cNvPr id="4" name="Slide Number Placeholder 3"/>
          <p:cNvSpPr>
            <a:spLocks noGrp="1"/>
          </p:cNvSpPr>
          <p:nvPr>
            <p:ph type="sldNum" sz="quarter" idx="12"/>
          </p:nvPr>
        </p:nvSpPr>
        <p:spPr/>
        <p:txBody>
          <a:bodyPr/>
          <a:lstStyle>
            <a:lvl1pPr>
              <a:defRPr/>
            </a:lvl1pPr>
          </a:lstStyle>
          <a:p>
            <a:fld id="{4C34A185-1BC0-44F0-B65A-D683D100ACD1}" type="slidenum">
              <a:rPr lang="en-US" smtClean="0"/>
              <a:pPr/>
              <a:t>‹#›</a:t>
            </a:fld>
            <a:endParaRPr lang="en-US"/>
          </a:p>
        </p:txBody>
      </p:sp>
    </p:spTree>
    <p:extLst>
      <p:ext uri="{BB962C8B-B14F-4D97-AF65-F5344CB8AC3E}">
        <p14:creationId xmlns:p14="http://schemas.microsoft.com/office/powerpoint/2010/main" val="30448414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33"/>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8"/>
            <a:ext cx="2743200" cy="365125"/>
          </a:xfrm>
          <a:prstGeom prst="rect">
            <a:avLst/>
          </a:prstGeom>
        </p:spPr>
        <p:txBody>
          <a:bodyPr/>
          <a:lstStyle>
            <a:lvl1pPr eaLnBrk="1" fontAlgn="auto" hangingPunct="1">
              <a:spcBef>
                <a:spcPts val="0"/>
              </a:spcBef>
              <a:spcAft>
                <a:spcPts val="0"/>
              </a:spcAft>
              <a:defRPr>
                <a:latin typeface="+mn-lt"/>
              </a:defRPr>
            </a:lvl1pPr>
          </a:lstStyle>
          <a:p>
            <a:fld id="{93A0F06B-06CD-4D06-874F-C3BE91473B7E}" type="datetimeFigureOut">
              <a:rPr lang="en-US" smtClean="0"/>
              <a:pPr/>
              <a:t>7/3/2025</a:t>
            </a:fld>
            <a:endParaRPr lang="en-US"/>
          </a:p>
        </p:txBody>
      </p:sp>
      <p:sp>
        <p:nvSpPr>
          <p:cNvPr id="6" name="Footer Placeholder 5"/>
          <p:cNvSpPr>
            <a:spLocks noGrp="1"/>
          </p:cNvSpPr>
          <p:nvPr>
            <p:ph type="ftr" sz="quarter" idx="11"/>
          </p:nvPr>
        </p:nvSpPr>
        <p:spPr>
          <a:xfrm>
            <a:off x="4038600" y="6356358"/>
            <a:ext cx="4114800" cy="365125"/>
          </a:xfrm>
          <a:prstGeom prst="rect">
            <a:avLst/>
          </a:prstGeom>
        </p:spPr>
        <p:txBody>
          <a:bodyPr/>
          <a:lstStyle>
            <a:lvl1pPr eaLnBrk="1" fontAlgn="auto" hangingPunct="1">
              <a:spcBef>
                <a:spcPts val="0"/>
              </a:spcBef>
              <a:spcAft>
                <a:spcPts val="0"/>
              </a:spcAft>
              <a:defRPr>
                <a:latin typeface="+mn-lt"/>
              </a:defRPr>
            </a:lvl1pPr>
          </a:lstStyle>
          <a:p>
            <a:endParaRPr lang="en-US"/>
          </a:p>
        </p:txBody>
      </p:sp>
      <p:sp>
        <p:nvSpPr>
          <p:cNvPr id="7" name="Slide Number Placeholder 6"/>
          <p:cNvSpPr>
            <a:spLocks noGrp="1"/>
          </p:cNvSpPr>
          <p:nvPr>
            <p:ph type="sldNum" sz="quarter" idx="12"/>
          </p:nvPr>
        </p:nvSpPr>
        <p:spPr/>
        <p:txBody>
          <a:bodyPr/>
          <a:lstStyle>
            <a:lvl1pPr>
              <a:defRPr/>
            </a:lvl1pPr>
          </a:lstStyle>
          <a:p>
            <a:fld id="{4C34A185-1BC0-44F0-B65A-D683D100ACD1}" type="slidenum">
              <a:rPr lang="en-US" smtClean="0"/>
              <a:pPr/>
              <a:t>‹#›</a:t>
            </a:fld>
            <a:endParaRPr lang="en-US"/>
          </a:p>
        </p:txBody>
      </p:sp>
    </p:spTree>
    <p:extLst>
      <p:ext uri="{BB962C8B-B14F-4D97-AF65-F5344CB8AC3E}">
        <p14:creationId xmlns:p14="http://schemas.microsoft.com/office/powerpoint/2010/main" val="14880558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33"/>
            <a:ext cx="6172200" cy="487362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8"/>
            <a:ext cx="2743200" cy="365125"/>
          </a:xfrm>
          <a:prstGeom prst="rect">
            <a:avLst/>
          </a:prstGeom>
        </p:spPr>
        <p:txBody>
          <a:bodyPr/>
          <a:lstStyle>
            <a:lvl1pPr eaLnBrk="1" fontAlgn="auto" hangingPunct="1">
              <a:spcBef>
                <a:spcPts val="0"/>
              </a:spcBef>
              <a:spcAft>
                <a:spcPts val="0"/>
              </a:spcAft>
              <a:defRPr>
                <a:latin typeface="+mn-lt"/>
              </a:defRPr>
            </a:lvl1pPr>
          </a:lstStyle>
          <a:p>
            <a:fld id="{93A0F06B-06CD-4D06-874F-C3BE91473B7E}" type="datetimeFigureOut">
              <a:rPr lang="en-US" smtClean="0"/>
              <a:pPr/>
              <a:t>7/3/2025</a:t>
            </a:fld>
            <a:endParaRPr lang="en-US"/>
          </a:p>
        </p:txBody>
      </p:sp>
      <p:sp>
        <p:nvSpPr>
          <p:cNvPr id="6" name="Footer Placeholder 5"/>
          <p:cNvSpPr>
            <a:spLocks noGrp="1"/>
          </p:cNvSpPr>
          <p:nvPr>
            <p:ph type="ftr" sz="quarter" idx="11"/>
          </p:nvPr>
        </p:nvSpPr>
        <p:spPr>
          <a:xfrm>
            <a:off x="4038600" y="6356358"/>
            <a:ext cx="4114800" cy="365125"/>
          </a:xfrm>
          <a:prstGeom prst="rect">
            <a:avLst/>
          </a:prstGeom>
        </p:spPr>
        <p:txBody>
          <a:bodyPr/>
          <a:lstStyle>
            <a:lvl1pPr eaLnBrk="1" fontAlgn="auto" hangingPunct="1">
              <a:spcBef>
                <a:spcPts val="0"/>
              </a:spcBef>
              <a:spcAft>
                <a:spcPts val="0"/>
              </a:spcAft>
              <a:defRPr>
                <a:latin typeface="+mn-lt"/>
              </a:defRPr>
            </a:lvl1pPr>
          </a:lstStyle>
          <a:p>
            <a:endParaRPr lang="en-US"/>
          </a:p>
        </p:txBody>
      </p:sp>
      <p:sp>
        <p:nvSpPr>
          <p:cNvPr id="7" name="Slide Number Placeholder 6"/>
          <p:cNvSpPr>
            <a:spLocks noGrp="1"/>
          </p:cNvSpPr>
          <p:nvPr>
            <p:ph type="sldNum" sz="quarter" idx="12"/>
          </p:nvPr>
        </p:nvSpPr>
        <p:spPr/>
        <p:txBody>
          <a:bodyPr/>
          <a:lstStyle>
            <a:lvl1pPr>
              <a:defRPr/>
            </a:lvl1pPr>
          </a:lstStyle>
          <a:p>
            <a:fld id="{4C34A185-1BC0-44F0-B65A-D683D100ACD1}" type="slidenum">
              <a:rPr lang="en-US" smtClean="0"/>
              <a:pPr/>
              <a:t>‹#›</a:t>
            </a:fld>
            <a:endParaRPr lang="en-US"/>
          </a:p>
        </p:txBody>
      </p:sp>
    </p:spTree>
    <p:extLst>
      <p:ext uri="{BB962C8B-B14F-4D97-AF65-F5344CB8AC3E}">
        <p14:creationId xmlns:p14="http://schemas.microsoft.com/office/powerpoint/2010/main" val="19227372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8"/>
            <a:ext cx="2743200" cy="365125"/>
          </a:xfrm>
          <a:prstGeom prst="rect">
            <a:avLst/>
          </a:prstGeom>
        </p:spPr>
        <p:txBody>
          <a:bodyPr/>
          <a:lstStyle>
            <a:lvl1pPr eaLnBrk="1" fontAlgn="auto" hangingPunct="1">
              <a:spcBef>
                <a:spcPts val="0"/>
              </a:spcBef>
              <a:spcAft>
                <a:spcPts val="0"/>
              </a:spcAft>
              <a:defRPr>
                <a:latin typeface="+mn-lt"/>
              </a:defRPr>
            </a:lvl1pPr>
          </a:lstStyle>
          <a:p>
            <a:fld id="{93A0F06B-06CD-4D06-874F-C3BE91473B7E}" type="datetimeFigureOut">
              <a:rPr lang="en-US" smtClean="0"/>
              <a:pPr/>
              <a:t>7/3/2025</a:t>
            </a:fld>
            <a:endParaRPr lang="en-US"/>
          </a:p>
        </p:txBody>
      </p:sp>
      <p:sp>
        <p:nvSpPr>
          <p:cNvPr id="5" name="Footer Placeholder 4"/>
          <p:cNvSpPr>
            <a:spLocks noGrp="1"/>
          </p:cNvSpPr>
          <p:nvPr>
            <p:ph type="ftr" sz="quarter" idx="11"/>
          </p:nvPr>
        </p:nvSpPr>
        <p:spPr>
          <a:xfrm>
            <a:off x="4038600" y="6356358"/>
            <a:ext cx="4114800" cy="365125"/>
          </a:xfrm>
          <a:prstGeom prst="rect">
            <a:avLst/>
          </a:prstGeom>
        </p:spPr>
        <p:txBody>
          <a:bodyPr/>
          <a:lstStyle>
            <a:lvl1pPr eaLnBrk="1" fontAlgn="auto" hangingPunct="1">
              <a:spcBef>
                <a:spcPts val="0"/>
              </a:spcBef>
              <a:spcAft>
                <a:spcPts val="0"/>
              </a:spcAft>
              <a:defRPr>
                <a:latin typeface="+mn-lt"/>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4C34A185-1BC0-44F0-B65A-D683D100ACD1}" type="slidenum">
              <a:rPr lang="en-US" smtClean="0"/>
              <a:pPr/>
              <a:t>‹#›</a:t>
            </a:fld>
            <a:endParaRPr lang="en-US"/>
          </a:p>
        </p:txBody>
      </p:sp>
    </p:spTree>
    <p:extLst>
      <p:ext uri="{BB962C8B-B14F-4D97-AF65-F5344CB8AC3E}">
        <p14:creationId xmlns:p14="http://schemas.microsoft.com/office/powerpoint/2010/main" val="40103871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2"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3"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8"/>
            <a:ext cx="2743200" cy="365125"/>
          </a:xfrm>
          <a:prstGeom prst="rect">
            <a:avLst/>
          </a:prstGeom>
        </p:spPr>
        <p:txBody>
          <a:bodyPr/>
          <a:lstStyle>
            <a:lvl1pPr eaLnBrk="1" fontAlgn="auto" hangingPunct="1">
              <a:spcBef>
                <a:spcPts val="0"/>
              </a:spcBef>
              <a:spcAft>
                <a:spcPts val="0"/>
              </a:spcAft>
              <a:defRPr>
                <a:latin typeface="+mn-lt"/>
              </a:defRPr>
            </a:lvl1pPr>
          </a:lstStyle>
          <a:p>
            <a:fld id="{93A0F06B-06CD-4D06-874F-C3BE91473B7E}" type="datetimeFigureOut">
              <a:rPr lang="en-US" smtClean="0"/>
              <a:pPr/>
              <a:t>7/3/2025</a:t>
            </a:fld>
            <a:endParaRPr lang="en-US"/>
          </a:p>
        </p:txBody>
      </p:sp>
      <p:sp>
        <p:nvSpPr>
          <p:cNvPr id="5" name="Footer Placeholder 4"/>
          <p:cNvSpPr>
            <a:spLocks noGrp="1"/>
          </p:cNvSpPr>
          <p:nvPr>
            <p:ph type="ftr" sz="quarter" idx="11"/>
          </p:nvPr>
        </p:nvSpPr>
        <p:spPr>
          <a:xfrm>
            <a:off x="4038600" y="6356358"/>
            <a:ext cx="4114800" cy="365125"/>
          </a:xfrm>
          <a:prstGeom prst="rect">
            <a:avLst/>
          </a:prstGeom>
        </p:spPr>
        <p:txBody>
          <a:bodyPr/>
          <a:lstStyle>
            <a:lvl1pPr eaLnBrk="1" fontAlgn="auto" hangingPunct="1">
              <a:spcBef>
                <a:spcPts val="0"/>
              </a:spcBef>
              <a:spcAft>
                <a:spcPts val="0"/>
              </a:spcAft>
              <a:defRPr>
                <a:latin typeface="+mn-lt"/>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4C34A185-1BC0-44F0-B65A-D683D100ACD1}" type="slidenum">
              <a:rPr lang="en-US" smtClean="0"/>
              <a:pPr/>
              <a:t>‹#›</a:t>
            </a:fld>
            <a:endParaRPr lang="en-US"/>
          </a:p>
        </p:txBody>
      </p:sp>
    </p:spTree>
    <p:extLst>
      <p:ext uri="{BB962C8B-B14F-4D97-AF65-F5344CB8AC3E}">
        <p14:creationId xmlns:p14="http://schemas.microsoft.com/office/powerpoint/2010/main" val="115919695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2_Title Slide">
    <p:spTree>
      <p:nvGrpSpPr>
        <p:cNvPr id="1" name=""/>
        <p:cNvGrpSpPr/>
        <p:nvPr/>
      </p:nvGrpSpPr>
      <p:grpSpPr>
        <a:xfrm>
          <a:off x="0" y="0"/>
          <a:ext cx="0" cy="0"/>
          <a:chOff x="0" y="0"/>
          <a:chExt cx="0" cy="0"/>
        </a:xfrm>
      </p:grpSpPr>
      <p:sp>
        <p:nvSpPr>
          <p:cNvPr id="2" name="Date Placeholder 3"/>
          <p:cNvSpPr>
            <a:spLocks noGrp="1"/>
          </p:cNvSpPr>
          <p:nvPr>
            <p:ph type="dt" sz="half" idx="10"/>
          </p:nvPr>
        </p:nvSpPr>
        <p:spPr>
          <a:xfrm>
            <a:off x="0" y="0"/>
            <a:ext cx="0" cy="0"/>
          </a:xfrm>
          <a:prstGeom prst="rect">
            <a:avLst/>
          </a:prstGeom>
        </p:spPr>
        <p:txBody>
          <a:bodyPr/>
          <a:lstStyle>
            <a:lvl1pPr eaLnBrk="1" fontAlgn="auto" hangingPunct="1">
              <a:spcBef>
                <a:spcPts val="0"/>
              </a:spcBef>
              <a:spcAft>
                <a:spcPts val="0"/>
              </a:spcAft>
              <a:defRPr>
                <a:solidFill>
                  <a:prstClr val="black">
                    <a:tint val="75000"/>
                  </a:prstClr>
                </a:solidFill>
                <a:latin typeface="+mn-lt"/>
              </a:defRPr>
            </a:lvl1pPr>
          </a:lstStyle>
          <a:p>
            <a:fld id="{93A0F06B-06CD-4D06-874F-C3BE91473B7E}" type="datetimeFigureOut">
              <a:rPr lang="en-US" smtClean="0"/>
              <a:pPr/>
              <a:t>7/3/2025</a:t>
            </a:fld>
            <a:endParaRPr lang="en-US"/>
          </a:p>
        </p:txBody>
      </p:sp>
      <p:sp>
        <p:nvSpPr>
          <p:cNvPr id="3" name="Footer Placeholder 4"/>
          <p:cNvSpPr>
            <a:spLocks noGrp="1"/>
          </p:cNvSpPr>
          <p:nvPr>
            <p:ph type="ftr" sz="quarter" idx="11"/>
          </p:nvPr>
        </p:nvSpPr>
        <p:spPr>
          <a:xfrm>
            <a:off x="0" y="0"/>
            <a:ext cx="0" cy="0"/>
          </a:xfrm>
          <a:prstGeom prst="rect">
            <a:avLst/>
          </a:prstGeom>
        </p:spPr>
        <p:txBody>
          <a:bodyPr/>
          <a:lstStyle>
            <a:lvl1pPr eaLnBrk="1" fontAlgn="auto" hangingPunct="1">
              <a:spcBef>
                <a:spcPts val="0"/>
              </a:spcBef>
              <a:spcAft>
                <a:spcPts val="0"/>
              </a:spcAft>
              <a:defRPr>
                <a:solidFill>
                  <a:prstClr val="black">
                    <a:tint val="75000"/>
                  </a:prstClr>
                </a:solidFill>
                <a:latin typeface="+mn-lt"/>
              </a:defRPr>
            </a:lvl1pPr>
          </a:lstStyle>
          <a:p>
            <a:endParaRPr lang="en-US"/>
          </a:p>
        </p:txBody>
      </p:sp>
      <p:sp>
        <p:nvSpPr>
          <p:cNvPr id="4" name="Slide Number Placeholder 5"/>
          <p:cNvSpPr>
            <a:spLocks noGrp="1"/>
          </p:cNvSpPr>
          <p:nvPr>
            <p:ph type="sldNum" sz="quarter" idx="12"/>
          </p:nvPr>
        </p:nvSpPr>
        <p:spPr/>
        <p:txBody>
          <a:bodyPr/>
          <a:lstStyle>
            <a:lvl1pPr>
              <a:defRPr>
                <a:solidFill>
                  <a:prstClr val="black">
                    <a:tint val="75000"/>
                  </a:prstClr>
                </a:solidFill>
              </a:defRPr>
            </a:lvl1pPr>
          </a:lstStyle>
          <a:p>
            <a:fld id="{4C34A185-1BC0-44F0-B65A-D683D100ACD1}" type="slidenum">
              <a:rPr lang="en-US" smtClean="0"/>
              <a:pPr/>
              <a:t>‹#›</a:t>
            </a:fld>
            <a:endParaRPr lang="en-US"/>
          </a:p>
        </p:txBody>
      </p:sp>
    </p:spTree>
    <p:extLst>
      <p:ext uri="{BB962C8B-B14F-4D97-AF65-F5344CB8AC3E}">
        <p14:creationId xmlns:p14="http://schemas.microsoft.com/office/powerpoint/2010/main" val="236351273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303976" y="298268"/>
            <a:ext cx="6508845" cy="1026947"/>
          </a:xfrm>
        </p:spPr>
        <p:txBody>
          <a:bodyPr/>
          <a:lstStyle>
            <a:lvl1pPr algn="ctr">
              <a:defRPr b="1" baseline="0"/>
            </a:lvl1pPr>
          </a:lstStyle>
          <a:p>
            <a:r>
              <a:rPr lang="en-US"/>
              <a:t>Click to edit Master title style</a:t>
            </a:r>
            <a:endParaRPr lang="en-IN" dirty="0"/>
          </a:p>
        </p:txBody>
      </p:sp>
      <p:sp>
        <p:nvSpPr>
          <p:cNvPr id="4" name="Date Placeholder 3"/>
          <p:cNvSpPr>
            <a:spLocks noGrp="1"/>
          </p:cNvSpPr>
          <p:nvPr>
            <p:ph type="dt" sz="half" idx="10"/>
          </p:nvPr>
        </p:nvSpPr>
        <p:spPr>
          <a:xfrm>
            <a:off x="838200" y="6356366"/>
            <a:ext cx="2743200" cy="365125"/>
          </a:xfrm>
          <a:prstGeom prst="rect">
            <a:avLst/>
          </a:prstGeom>
        </p:spPr>
        <p:txBody>
          <a:bodyPr/>
          <a:lstStyle>
            <a:lvl1pPr>
              <a:defRPr>
                <a:solidFill>
                  <a:schemeClr val="bg1"/>
                </a:solidFill>
              </a:defRPr>
            </a:lvl1pPr>
          </a:lstStyle>
          <a:p>
            <a:fld id="{93A0F06B-06CD-4D06-874F-C3BE91473B7E}" type="datetimeFigureOut">
              <a:rPr lang="en-US" smtClean="0"/>
              <a:pPr/>
              <a:t>7/3/2025</a:t>
            </a:fld>
            <a:endParaRPr lang="en-US"/>
          </a:p>
        </p:txBody>
      </p:sp>
      <p:sp>
        <p:nvSpPr>
          <p:cNvPr id="5" name="Footer Placeholder 4"/>
          <p:cNvSpPr>
            <a:spLocks noGrp="1"/>
          </p:cNvSpPr>
          <p:nvPr>
            <p:ph type="ftr" sz="quarter" idx="11"/>
          </p:nvPr>
        </p:nvSpPr>
        <p:spPr>
          <a:xfrm>
            <a:off x="4038600" y="6356366"/>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4C34A185-1BC0-44F0-B65A-D683D100ACD1}" type="slidenum">
              <a:rPr lang="en-US" smtClean="0"/>
              <a:pPr/>
              <a:t>‹#›</a:t>
            </a:fld>
            <a:endParaRPr lang="en-US"/>
          </a:p>
        </p:txBody>
      </p:sp>
    </p:spTree>
    <p:extLst>
      <p:ext uri="{BB962C8B-B14F-4D97-AF65-F5344CB8AC3E}">
        <p14:creationId xmlns:p14="http://schemas.microsoft.com/office/powerpoint/2010/main" val="302450305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6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411552" y="284820"/>
            <a:ext cx="6508845" cy="1026947"/>
          </a:xfrm>
        </p:spPr>
        <p:txBody>
          <a:bodyPr/>
          <a:lstStyle>
            <a:lvl1pPr algn="ctr">
              <a:defRPr b="1" baseline="0"/>
            </a:lvl1pPr>
          </a:lstStyle>
          <a:p>
            <a:r>
              <a:rPr lang="en-US"/>
              <a:t>Click to edit Master title style</a:t>
            </a:r>
            <a:endParaRPr lang="en-IN" dirty="0"/>
          </a:p>
        </p:txBody>
      </p:sp>
      <p:sp>
        <p:nvSpPr>
          <p:cNvPr id="4" name="Date Placeholder 3"/>
          <p:cNvSpPr>
            <a:spLocks noGrp="1"/>
          </p:cNvSpPr>
          <p:nvPr>
            <p:ph type="dt" sz="half" idx="10"/>
          </p:nvPr>
        </p:nvSpPr>
        <p:spPr>
          <a:xfrm>
            <a:off x="838200" y="6356366"/>
            <a:ext cx="2743200" cy="365125"/>
          </a:xfrm>
          <a:prstGeom prst="rect">
            <a:avLst/>
          </a:prstGeom>
        </p:spPr>
        <p:txBody>
          <a:bodyPr/>
          <a:lstStyle>
            <a:lvl1pPr>
              <a:defRPr>
                <a:solidFill>
                  <a:schemeClr val="bg1"/>
                </a:solidFill>
              </a:defRPr>
            </a:lvl1pPr>
          </a:lstStyle>
          <a:p>
            <a:fld id="{93A0F06B-06CD-4D06-874F-C3BE91473B7E}" type="datetimeFigureOut">
              <a:rPr lang="en-US" smtClean="0"/>
              <a:pPr/>
              <a:t>7/3/2025</a:t>
            </a:fld>
            <a:endParaRPr lang="en-US"/>
          </a:p>
        </p:txBody>
      </p:sp>
      <p:sp>
        <p:nvSpPr>
          <p:cNvPr id="5" name="Footer Placeholder 4"/>
          <p:cNvSpPr>
            <a:spLocks noGrp="1"/>
          </p:cNvSpPr>
          <p:nvPr>
            <p:ph type="ftr" sz="quarter" idx="11"/>
          </p:nvPr>
        </p:nvSpPr>
        <p:spPr>
          <a:xfrm>
            <a:off x="4038600" y="6356366"/>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lvl1pPr>
              <a:defRPr>
                <a:solidFill>
                  <a:schemeClr val="tx1"/>
                </a:solidFill>
              </a:defRPr>
            </a:lvl1pPr>
          </a:lstStyle>
          <a:p>
            <a:fld id="{4C34A185-1BC0-44F0-B65A-D683D100ACD1}" type="slidenum">
              <a:rPr lang="en-US" smtClean="0"/>
              <a:pPr/>
              <a:t>‹#›</a:t>
            </a:fld>
            <a:endParaRPr lang="en-US"/>
          </a:p>
        </p:txBody>
      </p:sp>
    </p:spTree>
    <p:extLst>
      <p:ext uri="{BB962C8B-B14F-4D97-AF65-F5344CB8AC3E}">
        <p14:creationId xmlns:p14="http://schemas.microsoft.com/office/powerpoint/2010/main" val="161025662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16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38200" y="6356366"/>
            <a:ext cx="2743200" cy="365125"/>
          </a:xfrm>
          <a:prstGeom prst="rect">
            <a:avLst/>
          </a:prstGeom>
        </p:spPr>
        <p:txBody>
          <a:bodyPr/>
          <a:lstStyle/>
          <a:p>
            <a:fld id="{93A0F06B-06CD-4D06-874F-C3BE91473B7E}" type="datetimeFigureOut">
              <a:rPr lang="en-US" smtClean="0"/>
              <a:pPr/>
              <a:t>7/3/2025</a:t>
            </a:fld>
            <a:endParaRPr lang="en-US"/>
          </a:p>
        </p:txBody>
      </p:sp>
      <p:sp>
        <p:nvSpPr>
          <p:cNvPr id="5" name="Footer Placeholder 4"/>
          <p:cNvSpPr>
            <a:spLocks noGrp="1"/>
          </p:cNvSpPr>
          <p:nvPr>
            <p:ph type="ftr" sz="quarter" idx="11"/>
          </p:nvPr>
        </p:nvSpPr>
        <p:spPr>
          <a:xfrm>
            <a:off x="4038600" y="6356366"/>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4C34A185-1BC0-44F0-B65A-D683D100ACD1}" type="slidenum">
              <a:rPr lang="en-US" smtClean="0"/>
              <a:pPr/>
              <a:t>‹#›</a:t>
            </a:fld>
            <a:endParaRPr lang="en-US"/>
          </a:p>
        </p:txBody>
      </p:sp>
    </p:spTree>
    <p:extLst>
      <p:ext uri="{BB962C8B-B14F-4D97-AF65-F5344CB8AC3E}">
        <p14:creationId xmlns:p14="http://schemas.microsoft.com/office/powerpoint/2010/main" val="132065061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95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101755" y="365504"/>
            <a:ext cx="6508845" cy="1026947"/>
          </a:xfrm>
          <a:ln w="9525">
            <a:solidFill>
              <a:schemeClr val="tx1"/>
            </a:solidFill>
          </a:ln>
        </p:spPr>
        <p:txBody>
          <a:bodyPr/>
          <a:lstStyle>
            <a:lvl1pPr algn="ctr">
              <a:defRPr b="1" baseline="0"/>
            </a:lvl1pPr>
          </a:lstStyle>
          <a:p>
            <a:r>
              <a:rPr lang="en-US"/>
              <a:t>Click to edit Master title style</a:t>
            </a:r>
            <a:endParaRPr lang="en-IN" dirty="0"/>
          </a:p>
        </p:txBody>
      </p:sp>
      <p:sp>
        <p:nvSpPr>
          <p:cNvPr id="4" name="Date Placeholder 3"/>
          <p:cNvSpPr>
            <a:spLocks noGrp="1"/>
          </p:cNvSpPr>
          <p:nvPr>
            <p:ph type="dt" sz="half" idx="10"/>
          </p:nvPr>
        </p:nvSpPr>
        <p:spPr>
          <a:xfrm>
            <a:off x="838200" y="6356366"/>
            <a:ext cx="2743200" cy="365125"/>
          </a:xfrm>
          <a:prstGeom prst="rect">
            <a:avLst/>
          </a:prstGeom>
        </p:spPr>
        <p:txBody>
          <a:bodyPr/>
          <a:lstStyle>
            <a:lvl1pPr>
              <a:defRPr>
                <a:solidFill>
                  <a:schemeClr val="bg1"/>
                </a:solidFill>
              </a:defRPr>
            </a:lvl1pPr>
          </a:lstStyle>
          <a:p>
            <a:fld id="{93A0F06B-06CD-4D06-874F-C3BE91473B7E}" type="datetimeFigureOut">
              <a:rPr lang="en-US" smtClean="0"/>
              <a:pPr/>
              <a:t>7/3/2025</a:t>
            </a:fld>
            <a:endParaRPr lang="en-US"/>
          </a:p>
        </p:txBody>
      </p:sp>
      <p:sp>
        <p:nvSpPr>
          <p:cNvPr id="5" name="Footer Placeholder 4"/>
          <p:cNvSpPr>
            <a:spLocks noGrp="1"/>
          </p:cNvSpPr>
          <p:nvPr>
            <p:ph type="ftr" sz="quarter" idx="11"/>
          </p:nvPr>
        </p:nvSpPr>
        <p:spPr>
          <a:xfrm>
            <a:off x="4038600" y="6356366"/>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4C34A185-1BC0-44F0-B65A-D683D100ACD1}" type="slidenum">
              <a:rPr lang="en-US" smtClean="0"/>
              <a:pPr/>
              <a:t>‹#›</a:t>
            </a:fld>
            <a:endParaRPr lang="en-US"/>
          </a:p>
        </p:txBody>
      </p:sp>
    </p:spTree>
    <p:extLst>
      <p:ext uri="{BB962C8B-B14F-4D97-AF65-F5344CB8AC3E}">
        <p14:creationId xmlns:p14="http://schemas.microsoft.com/office/powerpoint/2010/main" val="187200995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1_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838200" y="6356358"/>
            <a:ext cx="2743200" cy="365125"/>
          </a:xfrm>
          <a:prstGeom prst="rect">
            <a:avLst/>
          </a:prstGeom>
        </p:spPr>
        <p:txBody>
          <a:bodyPr/>
          <a:lstStyle/>
          <a:p>
            <a:fld id="{93A0F06B-06CD-4D06-874F-C3BE91473B7E}" type="datetimeFigureOut">
              <a:rPr lang="en-US" smtClean="0"/>
              <a:pPr/>
              <a:t>7/3/2025</a:t>
            </a:fld>
            <a:endParaRPr lang="en-US"/>
          </a:p>
        </p:txBody>
      </p:sp>
      <p:sp>
        <p:nvSpPr>
          <p:cNvPr id="5" name="Footer Placeholder 4"/>
          <p:cNvSpPr>
            <a:spLocks noGrp="1"/>
          </p:cNvSpPr>
          <p:nvPr>
            <p:ph type="ftr" sz="quarter" idx="11"/>
          </p:nvPr>
        </p:nvSpPr>
        <p:spPr>
          <a:xfrm>
            <a:off x="4038600" y="6356358"/>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4C34A185-1BC0-44F0-B65A-D683D100ACD1}" type="slidenum">
              <a:rPr lang="en-US" smtClean="0"/>
              <a:pPr/>
              <a:t>‹#›</a:t>
            </a:fld>
            <a:endParaRPr lang="en-US"/>
          </a:p>
        </p:txBody>
      </p:sp>
    </p:spTree>
    <p:extLst>
      <p:ext uri="{BB962C8B-B14F-4D97-AF65-F5344CB8AC3E}">
        <p14:creationId xmlns:p14="http://schemas.microsoft.com/office/powerpoint/2010/main" val="292321386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lvl1pPr eaLnBrk="1" fontAlgn="auto" hangingPunct="1">
              <a:spcBef>
                <a:spcPts val="0"/>
              </a:spcBef>
              <a:spcAft>
                <a:spcPts val="0"/>
              </a:spcAft>
              <a:defRPr>
                <a:latin typeface="+mn-lt"/>
              </a:defRPr>
            </a:lvl1pPr>
          </a:lstStyle>
          <a:p>
            <a:pPr>
              <a:defRPr/>
            </a:pPr>
            <a:fld id="{605DDE71-BC80-4F4D-B385-5050999CD606}" type="datetime1">
              <a:rPr lang="en-US"/>
              <a:pPr>
                <a:defRPr/>
              </a:pPr>
              <a:t>7/3/2025</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lvl1pPr eaLnBrk="1" fontAlgn="auto" hangingPunct="1">
              <a:spcBef>
                <a:spcPts val="0"/>
              </a:spcBef>
              <a:spcAft>
                <a:spcPts val="0"/>
              </a:spcAft>
              <a:defRPr>
                <a:latin typeface="+mn-lt"/>
              </a:defRPr>
            </a:lvl1pPr>
          </a:lstStyle>
          <a:p>
            <a:pPr>
              <a:defRPr/>
            </a:pPr>
            <a:endParaRPr lang="en-US"/>
          </a:p>
        </p:txBody>
      </p:sp>
      <p:sp>
        <p:nvSpPr>
          <p:cNvPr id="9" name="Title 1"/>
          <p:cNvSpPr txBox="1">
            <a:spLocks/>
          </p:cNvSpPr>
          <p:nvPr userDrawn="1"/>
        </p:nvSpPr>
        <p:spPr bwMode="auto">
          <a:xfrm>
            <a:off x="922338" y="115888"/>
            <a:ext cx="8358140" cy="869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fontScale="97500"/>
          </a:bodyPr>
          <a:lstStyle/>
          <a:p>
            <a:pPr marL="0" marR="0" lvl="0" indent="0" algn="just" defTabSz="914400" rtl="0" eaLnBrk="0" fontAlgn="base" latinLnBrk="0" hangingPunct="0">
              <a:lnSpc>
                <a:spcPct val="90000"/>
              </a:lnSpc>
              <a:spcBef>
                <a:spcPct val="0"/>
              </a:spcBef>
              <a:spcAft>
                <a:spcPct val="0"/>
              </a:spcAft>
              <a:buClrTx/>
              <a:buSzTx/>
              <a:buFontTx/>
              <a:buNone/>
              <a:tabLst/>
              <a:defRPr/>
            </a:pPr>
            <a:r>
              <a:rPr kumimoji="0" lang="en-US" sz="4400" b="1" i="0" u="none" strike="noStrike" kern="1200" cap="small" spc="0" normalizeH="0" baseline="0" noProof="0" dirty="0">
                <a:ln>
                  <a:noFill/>
                </a:ln>
                <a:solidFill>
                  <a:schemeClr val="accent5">
                    <a:lumMod val="50000"/>
                  </a:schemeClr>
                </a:solidFill>
                <a:effectLst/>
                <a:uLnTx/>
                <a:uFillTx/>
                <a:latin typeface="Times New Roman" panose="02020603050405020304" pitchFamily="18" charset="0"/>
                <a:ea typeface="+mj-ea"/>
                <a:cs typeface="Times New Roman" panose="02020603050405020304" pitchFamily="18" charset="0"/>
              </a:rPr>
              <a:t> </a:t>
            </a:r>
            <a:endParaRPr kumimoji="0" lang="en-US" sz="4000" b="1" i="0" u="none" strike="noStrike" kern="1200" cap="small" spc="0" normalizeH="0" baseline="0" noProof="0" dirty="0">
              <a:ln>
                <a:noFill/>
              </a:ln>
              <a:solidFill>
                <a:schemeClr val="accent5">
                  <a:lumMod val="50000"/>
                </a:schemeClr>
              </a:solidFill>
              <a:effectLst/>
              <a:uLnTx/>
              <a:uFillTx/>
              <a:latin typeface="Times New Roman" panose="02020603050405020304" pitchFamily="18" charset="0"/>
              <a:ea typeface="+mj-ea"/>
              <a:cs typeface="Times New Roman" panose="02020603050405020304" pitchFamily="18" charset="0"/>
            </a:endParaRPr>
          </a:p>
        </p:txBody>
      </p:sp>
      <p:pic>
        <p:nvPicPr>
          <p:cNvPr id="7" name="Picture 2" descr="C:\Users\OM\Downloads\naac-sticker.png"/>
          <p:cNvPicPr>
            <a:picLocks noChangeAspect="1" noChangeArrowheads="1"/>
          </p:cNvPicPr>
          <p:nvPr userDrawn="1"/>
        </p:nvPicPr>
        <p:blipFill>
          <a:blip r:embed="rId2" cstate="print"/>
          <a:srcRect b="23807"/>
          <a:stretch>
            <a:fillRect/>
          </a:stretch>
        </p:blipFill>
        <p:spPr bwMode="auto">
          <a:xfrm>
            <a:off x="9662615" y="40945"/>
            <a:ext cx="2515736" cy="682387"/>
          </a:xfrm>
          <a:prstGeom prst="rect">
            <a:avLst/>
          </a:prstGeom>
          <a:noFill/>
        </p:spPr>
      </p:pic>
    </p:spTree>
    <p:extLst>
      <p:ext uri="{BB962C8B-B14F-4D97-AF65-F5344CB8AC3E}">
        <p14:creationId xmlns:p14="http://schemas.microsoft.com/office/powerpoint/2010/main" val="313166099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and Content" userDrawn="1">
  <p:cSld name="Title and Content">
    <p:spTree>
      <p:nvGrpSpPr>
        <p:cNvPr id="1" name="Shape 9"/>
        <p:cNvGrpSpPr/>
        <p:nvPr/>
      </p:nvGrpSpPr>
      <p:grpSpPr>
        <a:xfrm>
          <a:off x="0" y="0"/>
          <a:ext cx="0" cy="0"/>
          <a:chOff x="0" y="0"/>
          <a:chExt cx="0" cy="0"/>
        </a:xfrm>
      </p:grpSpPr>
      <p:sp>
        <p:nvSpPr>
          <p:cNvPr id="11" name="Google Shape;11;p29"/>
          <p:cNvSpPr txBox="1">
            <a:spLocks noGrp="1"/>
          </p:cNvSpPr>
          <p:nvPr>
            <p:ph type="body" idx="1"/>
          </p:nvPr>
        </p:nvSpPr>
        <p:spPr>
          <a:xfrm>
            <a:off x="1219200" y="1752600"/>
            <a:ext cx="10668000" cy="4496000"/>
          </a:xfrm>
          <a:prstGeom prst="rect">
            <a:avLst/>
          </a:prstGeom>
          <a:noFill/>
          <a:ln>
            <a:noFill/>
          </a:ln>
        </p:spPr>
        <p:txBody>
          <a:bodyPr spcFirstLastPara="1" wrap="square" lIns="91425" tIns="45700" rIns="91425" bIns="45700" anchor="t" anchorCtr="0">
            <a:normAutofit/>
          </a:bodyPr>
          <a:lstStyle>
            <a:lvl1pPr marL="609585" marR="0" lvl="0" indent="-507987" algn="l">
              <a:lnSpc>
                <a:spcPct val="115000"/>
              </a:lnSpc>
              <a:spcBef>
                <a:spcPts val="640"/>
              </a:spcBef>
              <a:spcAft>
                <a:spcPts val="0"/>
              </a:spcAft>
              <a:buClr>
                <a:schemeClr val="dk1"/>
              </a:buClr>
              <a:buSzPts val="2400"/>
              <a:buFont typeface="Arial"/>
              <a:buChar char="•"/>
              <a:defRPr sz="3200" b="0" i="0" u="none" strike="noStrike" cap="none">
                <a:solidFill>
                  <a:schemeClr val="dk1"/>
                </a:solidFill>
                <a:latin typeface="Cambria"/>
                <a:ea typeface="Cambria"/>
                <a:cs typeface="Cambria"/>
                <a:sym typeface="Cambria"/>
              </a:defRPr>
            </a:lvl1pPr>
            <a:lvl2pPr marL="1219170" marR="0" lvl="1" indent="-474121" algn="l">
              <a:lnSpc>
                <a:spcPct val="115000"/>
              </a:lnSpc>
              <a:spcBef>
                <a:spcPts val="533"/>
              </a:spcBef>
              <a:spcAft>
                <a:spcPts val="0"/>
              </a:spcAft>
              <a:buClr>
                <a:schemeClr val="dk1"/>
              </a:buClr>
              <a:buSzPts val="2000"/>
              <a:buFont typeface="Arial"/>
              <a:buChar char="–"/>
              <a:defRPr sz="2667" b="0" i="0" u="none" strike="noStrike" cap="none">
                <a:solidFill>
                  <a:schemeClr val="dk1"/>
                </a:solidFill>
                <a:latin typeface="Calibri"/>
                <a:ea typeface="Calibri"/>
                <a:cs typeface="Calibri"/>
                <a:sym typeface="Calibri"/>
              </a:defRPr>
            </a:lvl2pPr>
            <a:lvl3pPr marL="1828754" marR="0" lvl="2" indent="-474121" algn="l">
              <a:lnSpc>
                <a:spcPct val="115000"/>
              </a:lnSpc>
              <a:spcBef>
                <a:spcPts val="533"/>
              </a:spcBef>
              <a:spcAft>
                <a:spcPts val="0"/>
              </a:spcAft>
              <a:buClr>
                <a:schemeClr val="dk1"/>
              </a:buClr>
              <a:buSzPts val="2000"/>
              <a:buFont typeface="Arial"/>
              <a:buChar char="•"/>
              <a:defRPr sz="2667" b="0" i="0" u="none" strike="noStrike" cap="none">
                <a:solidFill>
                  <a:schemeClr val="dk1"/>
                </a:solidFill>
                <a:latin typeface="Calibri"/>
                <a:ea typeface="Calibri"/>
                <a:cs typeface="Calibri"/>
                <a:sym typeface="Calibri"/>
              </a:defRPr>
            </a:lvl3pPr>
            <a:lvl4pPr marL="2438339" marR="0" lvl="3" indent="-457189" algn="l">
              <a:lnSpc>
                <a:spcPct val="115000"/>
              </a:lnSpc>
              <a:spcBef>
                <a:spcPts val="48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4pPr>
            <a:lvl5pPr marL="3047924" marR="0" lvl="4" indent="-457189" algn="l">
              <a:lnSpc>
                <a:spcPct val="115000"/>
              </a:lnSpc>
              <a:spcBef>
                <a:spcPts val="48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5pPr>
            <a:lvl6pPr marL="3657509" marR="0" lvl="5" indent="-474121" algn="l">
              <a:lnSpc>
                <a:spcPct val="115000"/>
              </a:lnSpc>
              <a:spcBef>
                <a:spcPts val="533"/>
              </a:spcBef>
              <a:spcAft>
                <a:spcPts val="0"/>
              </a:spcAft>
              <a:buClr>
                <a:schemeClr val="dk1"/>
              </a:buClr>
              <a:buSzPts val="2000"/>
              <a:buFont typeface="Arial"/>
              <a:buChar char="•"/>
              <a:defRPr sz="2667" b="0" i="0" u="none" strike="noStrike" cap="none">
                <a:solidFill>
                  <a:schemeClr val="dk1"/>
                </a:solidFill>
                <a:latin typeface="Calibri"/>
                <a:ea typeface="Calibri"/>
                <a:cs typeface="Calibri"/>
                <a:sym typeface="Calibri"/>
              </a:defRPr>
            </a:lvl6pPr>
            <a:lvl7pPr marL="4267093" marR="0" lvl="6" indent="-474121" algn="l">
              <a:lnSpc>
                <a:spcPct val="115000"/>
              </a:lnSpc>
              <a:spcBef>
                <a:spcPts val="1600"/>
              </a:spcBef>
              <a:spcAft>
                <a:spcPts val="0"/>
              </a:spcAft>
              <a:buClr>
                <a:schemeClr val="dk1"/>
              </a:buClr>
              <a:buSzPts val="2000"/>
              <a:buFont typeface="Arial"/>
              <a:buChar char="•"/>
              <a:defRPr sz="2667" b="0" i="0" u="none" strike="noStrike" cap="none">
                <a:solidFill>
                  <a:schemeClr val="dk1"/>
                </a:solidFill>
                <a:latin typeface="Calibri"/>
                <a:ea typeface="Calibri"/>
                <a:cs typeface="Calibri"/>
                <a:sym typeface="Calibri"/>
              </a:defRPr>
            </a:lvl7pPr>
            <a:lvl8pPr marL="4876678" marR="0" lvl="7" indent="-474121" algn="l">
              <a:lnSpc>
                <a:spcPct val="115000"/>
              </a:lnSpc>
              <a:spcBef>
                <a:spcPts val="1600"/>
              </a:spcBef>
              <a:spcAft>
                <a:spcPts val="0"/>
              </a:spcAft>
              <a:buClr>
                <a:schemeClr val="dk1"/>
              </a:buClr>
              <a:buSzPts val="2000"/>
              <a:buFont typeface="Arial"/>
              <a:buChar char="•"/>
              <a:defRPr sz="2667" b="0" i="0" u="none" strike="noStrike" cap="none">
                <a:solidFill>
                  <a:schemeClr val="dk1"/>
                </a:solidFill>
                <a:latin typeface="Calibri"/>
                <a:ea typeface="Calibri"/>
                <a:cs typeface="Calibri"/>
                <a:sym typeface="Calibri"/>
              </a:defRPr>
            </a:lvl8pPr>
            <a:lvl9pPr marL="5486263" marR="0" lvl="8" indent="-474121" algn="l">
              <a:lnSpc>
                <a:spcPct val="115000"/>
              </a:lnSpc>
              <a:spcBef>
                <a:spcPts val="1600"/>
              </a:spcBef>
              <a:spcAft>
                <a:spcPts val="1600"/>
              </a:spcAft>
              <a:buClr>
                <a:schemeClr val="dk1"/>
              </a:buClr>
              <a:buSzPts val="2000"/>
              <a:buFont typeface="Arial"/>
              <a:buChar char="•"/>
              <a:defRPr sz="2667" b="0" i="0" u="none" strike="noStrike" cap="none">
                <a:solidFill>
                  <a:schemeClr val="dk1"/>
                </a:solidFill>
                <a:latin typeface="Calibri"/>
                <a:ea typeface="Calibri"/>
                <a:cs typeface="Calibri"/>
                <a:sym typeface="Calibri"/>
              </a:defRPr>
            </a:lvl9pPr>
          </a:lstStyle>
          <a:p>
            <a:endParaRPr/>
          </a:p>
        </p:txBody>
      </p:sp>
      <p:pic>
        <p:nvPicPr>
          <p:cNvPr id="3" name="Picture 2" descr="A red rectangular sign with a logo and a globe&#10;&#10;AI-generated content may be incorrect.">
            <a:extLst>
              <a:ext uri="{FF2B5EF4-FFF2-40B4-BE49-F238E27FC236}">
                <a16:creationId xmlns:a16="http://schemas.microsoft.com/office/drawing/2014/main" id="{E3B45E01-6076-AFEE-F2AB-CE7DAC5DAF07}"/>
              </a:ext>
            </a:extLst>
          </p:cNvPr>
          <p:cNvPicPr>
            <a:picLocks noChangeAspect="1"/>
          </p:cNvPicPr>
          <p:nvPr userDrawn="1"/>
        </p:nvPicPr>
        <p:blipFill>
          <a:blip r:embed="rId2"/>
          <a:stretch>
            <a:fillRect/>
          </a:stretch>
        </p:blipFill>
        <p:spPr>
          <a:xfrm>
            <a:off x="41209" y="29379"/>
            <a:ext cx="869748" cy="1398605"/>
          </a:xfrm>
          <a:prstGeom prst="rect">
            <a:avLst/>
          </a:prstGeom>
        </p:spPr>
      </p:pic>
    </p:spTree>
    <p:extLst>
      <p:ext uri="{BB962C8B-B14F-4D97-AF65-F5344CB8AC3E}">
        <p14:creationId xmlns:p14="http://schemas.microsoft.com/office/powerpoint/2010/main" val="4161524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slide" type="title">
  <p:cSld name="Title slide">
    <p:bg>
      <p:bgPr>
        <a:solidFill>
          <a:schemeClr val="lt2"/>
        </a:solidFill>
        <a:effectLst/>
      </p:bgPr>
    </p:bg>
    <p:spTree>
      <p:nvGrpSpPr>
        <p:cNvPr id="1" name="Shape 16"/>
        <p:cNvGrpSpPr/>
        <p:nvPr/>
      </p:nvGrpSpPr>
      <p:grpSpPr>
        <a:xfrm>
          <a:off x="0" y="0"/>
          <a:ext cx="0" cy="0"/>
          <a:chOff x="0" y="0"/>
          <a:chExt cx="0" cy="0"/>
        </a:xfrm>
      </p:grpSpPr>
      <p:sp>
        <p:nvSpPr>
          <p:cNvPr id="17" name="Google Shape;17;p31"/>
          <p:cNvSpPr/>
          <p:nvPr/>
        </p:nvSpPr>
        <p:spPr>
          <a:xfrm>
            <a:off x="0" y="0"/>
            <a:ext cx="12192000" cy="650400"/>
          </a:xfrm>
          <a:prstGeom prst="rect">
            <a:avLst/>
          </a:prstGeom>
          <a:solidFill>
            <a:schemeClr val="lt1"/>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grpSp>
        <p:nvGrpSpPr>
          <p:cNvPr id="18" name="Google Shape;18;p31"/>
          <p:cNvGrpSpPr/>
          <p:nvPr/>
        </p:nvGrpSpPr>
        <p:grpSpPr>
          <a:xfrm>
            <a:off x="1107190" y="1588342"/>
            <a:ext cx="994351" cy="61101"/>
            <a:chOff x="4580561" y="2589004"/>
            <a:chExt cx="1064464" cy="25200"/>
          </a:xfrm>
        </p:grpSpPr>
        <p:sp>
          <p:nvSpPr>
            <p:cNvPr id="19" name="Google Shape;19;p31"/>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20" name="Google Shape;20;p31"/>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grpSp>
      <p:sp>
        <p:nvSpPr>
          <p:cNvPr id="21" name="Google Shape;21;p31"/>
          <p:cNvSpPr txBox="1">
            <a:spLocks noGrp="1"/>
          </p:cNvSpPr>
          <p:nvPr>
            <p:ph type="ctrTitle"/>
          </p:nvPr>
        </p:nvSpPr>
        <p:spPr>
          <a:xfrm>
            <a:off x="972600" y="1763267"/>
            <a:ext cx="10250800" cy="22196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4200"/>
              <a:buNone/>
              <a:defRPr sz="5600"/>
            </a:lvl1pPr>
            <a:lvl2pPr lvl="1" algn="l">
              <a:lnSpc>
                <a:spcPct val="100000"/>
              </a:lnSpc>
              <a:spcBef>
                <a:spcPts val="0"/>
              </a:spcBef>
              <a:spcAft>
                <a:spcPts val="0"/>
              </a:spcAft>
              <a:buSzPts val="4200"/>
              <a:buNone/>
              <a:defRPr sz="5600"/>
            </a:lvl2pPr>
            <a:lvl3pPr lvl="2" algn="l">
              <a:lnSpc>
                <a:spcPct val="100000"/>
              </a:lnSpc>
              <a:spcBef>
                <a:spcPts val="0"/>
              </a:spcBef>
              <a:spcAft>
                <a:spcPts val="0"/>
              </a:spcAft>
              <a:buSzPts val="4200"/>
              <a:buNone/>
              <a:defRPr sz="5600"/>
            </a:lvl3pPr>
            <a:lvl4pPr lvl="3" algn="l">
              <a:lnSpc>
                <a:spcPct val="100000"/>
              </a:lnSpc>
              <a:spcBef>
                <a:spcPts val="0"/>
              </a:spcBef>
              <a:spcAft>
                <a:spcPts val="0"/>
              </a:spcAft>
              <a:buSzPts val="4200"/>
              <a:buNone/>
              <a:defRPr sz="5600"/>
            </a:lvl4pPr>
            <a:lvl5pPr lvl="4" algn="l">
              <a:lnSpc>
                <a:spcPct val="100000"/>
              </a:lnSpc>
              <a:spcBef>
                <a:spcPts val="0"/>
              </a:spcBef>
              <a:spcAft>
                <a:spcPts val="0"/>
              </a:spcAft>
              <a:buSzPts val="4200"/>
              <a:buNone/>
              <a:defRPr sz="5600"/>
            </a:lvl5pPr>
            <a:lvl6pPr lvl="5" algn="l">
              <a:lnSpc>
                <a:spcPct val="100000"/>
              </a:lnSpc>
              <a:spcBef>
                <a:spcPts val="0"/>
              </a:spcBef>
              <a:spcAft>
                <a:spcPts val="0"/>
              </a:spcAft>
              <a:buSzPts val="4200"/>
              <a:buNone/>
              <a:defRPr sz="5600"/>
            </a:lvl6pPr>
            <a:lvl7pPr lvl="6" algn="l">
              <a:lnSpc>
                <a:spcPct val="100000"/>
              </a:lnSpc>
              <a:spcBef>
                <a:spcPts val="0"/>
              </a:spcBef>
              <a:spcAft>
                <a:spcPts val="0"/>
              </a:spcAft>
              <a:buSzPts val="4200"/>
              <a:buNone/>
              <a:defRPr sz="5600"/>
            </a:lvl7pPr>
            <a:lvl8pPr lvl="7" algn="l">
              <a:lnSpc>
                <a:spcPct val="100000"/>
              </a:lnSpc>
              <a:spcBef>
                <a:spcPts val="0"/>
              </a:spcBef>
              <a:spcAft>
                <a:spcPts val="0"/>
              </a:spcAft>
              <a:buSzPts val="4200"/>
              <a:buNone/>
              <a:defRPr sz="5600"/>
            </a:lvl8pPr>
            <a:lvl9pPr lvl="8" algn="l">
              <a:lnSpc>
                <a:spcPct val="100000"/>
              </a:lnSpc>
              <a:spcBef>
                <a:spcPts val="0"/>
              </a:spcBef>
              <a:spcAft>
                <a:spcPts val="0"/>
              </a:spcAft>
              <a:buSzPts val="4200"/>
              <a:buNone/>
              <a:defRPr sz="5600"/>
            </a:lvl9pPr>
          </a:lstStyle>
          <a:p>
            <a:endParaRPr/>
          </a:p>
        </p:txBody>
      </p:sp>
      <p:sp>
        <p:nvSpPr>
          <p:cNvPr id="22" name="Google Shape;22;p31"/>
          <p:cNvSpPr txBox="1">
            <a:spLocks noGrp="1"/>
          </p:cNvSpPr>
          <p:nvPr>
            <p:ph type="subTitle" idx="1"/>
          </p:nvPr>
        </p:nvSpPr>
        <p:spPr>
          <a:xfrm>
            <a:off x="972836" y="4230533"/>
            <a:ext cx="10250800" cy="7216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1600"/>
              <a:buNone/>
              <a:defRPr sz="2133"/>
            </a:lvl1pPr>
            <a:lvl2pPr lvl="1" algn="l">
              <a:lnSpc>
                <a:spcPct val="100000"/>
              </a:lnSpc>
              <a:spcBef>
                <a:spcPts val="0"/>
              </a:spcBef>
              <a:spcAft>
                <a:spcPts val="0"/>
              </a:spcAft>
              <a:buSzPts val="1600"/>
              <a:buNone/>
              <a:defRPr sz="2133"/>
            </a:lvl2pPr>
            <a:lvl3pPr lvl="2" algn="l">
              <a:lnSpc>
                <a:spcPct val="100000"/>
              </a:lnSpc>
              <a:spcBef>
                <a:spcPts val="0"/>
              </a:spcBef>
              <a:spcAft>
                <a:spcPts val="0"/>
              </a:spcAft>
              <a:buSzPts val="1600"/>
              <a:buNone/>
              <a:defRPr sz="2133"/>
            </a:lvl3pPr>
            <a:lvl4pPr lvl="3" algn="l">
              <a:lnSpc>
                <a:spcPct val="100000"/>
              </a:lnSpc>
              <a:spcBef>
                <a:spcPts val="0"/>
              </a:spcBef>
              <a:spcAft>
                <a:spcPts val="0"/>
              </a:spcAft>
              <a:buSzPts val="1600"/>
              <a:buNone/>
              <a:defRPr sz="2133"/>
            </a:lvl4pPr>
            <a:lvl5pPr lvl="4" algn="l">
              <a:lnSpc>
                <a:spcPct val="100000"/>
              </a:lnSpc>
              <a:spcBef>
                <a:spcPts val="0"/>
              </a:spcBef>
              <a:spcAft>
                <a:spcPts val="0"/>
              </a:spcAft>
              <a:buSzPts val="1600"/>
              <a:buNone/>
              <a:defRPr sz="2133"/>
            </a:lvl5pPr>
            <a:lvl6pPr lvl="5" algn="l">
              <a:lnSpc>
                <a:spcPct val="100000"/>
              </a:lnSpc>
              <a:spcBef>
                <a:spcPts val="0"/>
              </a:spcBef>
              <a:spcAft>
                <a:spcPts val="0"/>
              </a:spcAft>
              <a:buSzPts val="1600"/>
              <a:buNone/>
              <a:defRPr sz="2133"/>
            </a:lvl6pPr>
            <a:lvl7pPr lvl="6" algn="l">
              <a:lnSpc>
                <a:spcPct val="100000"/>
              </a:lnSpc>
              <a:spcBef>
                <a:spcPts val="0"/>
              </a:spcBef>
              <a:spcAft>
                <a:spcPts val="0"/>
              </a:spcAft>
              <a:buSzPts val="1600"/>
              <a:buNone/>
              <a:defRPr sz="2133"/>
            </a:lvl7pPr>
            <a:lvl8pPr lvl="7" algn="l">
              <a:lnSpc>
                <a:spcPct val="100000"/>
              </a:lnSpc>
              <a:spcBef>
                <a:spcPts val="0"/>
              </a:spcBef>
              <a:spcAft>
                <a:spcPts val="0"/>
              </a:spcAft>
              <a:buSzPts val="1600"/>
              <a:buNone/>
              <a:defRPr sz="2133"/>
            </a:lvl8pPr>
            <a:lvl9pPr lvl="8" algn="l">
              <a:lnSpc>
                <a:spcPct val="100000"/>
              </a:lnSpc>
              <a:spcBef>
                <a:spcPts val="0"/>
              </a:spcBef>
              <a:spcAft>
                <a:spcPts val="0"/>
              </a:spcAft>
              <a:buSzPts val="1600"/>
              <a:buNone/>
              <a:defRPr sz="2133"/>
            </a:lvl9pPr>
          </a:lstStyle>
          <a:p>
            <a:endParaRPr/>
          </a:p>
        </p:txBody>
      </p:sp>
      <p:sp>
        <p:nvSpPr>
          <p:cNvPr id="23" name="Google Shape;23;p31"/>
          <p:cNvSpPr txBox="1">
            <a:spLocks noGrp="1"/>
          </p:cNvSpPr>
          <p:nvPr>
            <p:ph type="sldNum" idx="12"/>
          </p:nvPr>
        </p:nvSpPr>
        <p:spPr>
          <a:xfrm>
            <a:off x="11381736" y="6333135"/>
            <a:ext cx="731600" cy="524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333"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333"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333"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333"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333"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333"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333"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333"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333" b="0" i="0" u="none" strike="noStrike" cap="none">
                <a:solidFill>
                  <a:schemeClr val="accent1"/>
                </a:solidFill>
                <a:latin typeface="Lato"/>
                <a:ea typeface="Lato"/>
                <a:cs typeface="Lato"/>
                <a:sym typeface="Lato"/>
              </a:defRPr>
            </a:lvl9pPr>
          </a:lstStyle>
          <a:p>
            <a:fld id="{00000000-1234-1234-1234-123412341234}" type="slidenum">
              <a:rPr lang="en-US" smtClean="0"/>
              <a:pPr/>
              <a:t>‹#›</a:t>
            </a:fld>
            <a:endParaRPr lang="en-US"/>
          </a:p>
        </p:txBody>
      </p:sp>
    </p:spTree>
    <p:extLst>
      <p:ext uri="{BB962C8B-B14F-4D97-AF65-F5344CB8AC3E}">
        <p14:creationId xmlns:p14="http://schemas.microsoft.com/office/powerpoint/2010/main" val="16903288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E5F213-031A-95AD-897E-DD31668ADECA}"/>
              </a:ext>
            </a:extLst>
          </p:cNvPr>
          <p:cNvSpPr>
            <a:spLocks noGrp="1"/>
          </p:cNvSpPr>
          <p:nvPr>
            <p:ph type="title"/>
          </p:nvPr>
        </p:nvSpPr>
        <p:spPr>
          <a:xfrm>
            <a:off x="415600" y="593367"/>
            <a:ext cx="11360800" cy="763600"/>
          </a:xfrm>
          <a:prstGeom prst="rect">
            <a:avLst/>
          </a:prstGeom>
        </p:spPr>
        <p:txBody>
          <a:bodyPr/>
          <a:lstStyle/>
          <a:p>
            <a:r>
              <a:rPr lang="en-US"/>
              <a:t>Click to edit Master title style</a:t>
            </a:r>
            <a:endParaRPr lang="en-IN"/>
          </a:p>
        </p:txBody>
      </p:sp>
      <p:sp>
        <p:nvSpPr>
          <p:cNvPr id="3" name="Slide Number Placeholder 2">
            <a:extLst>
              <a:ext uri="{FF2B5EF4-FFF2-40B4-BE49-F238E27FC236}">
                <a16:creationId xmlns:a16="http://schemas.microsoft.com/office/drawing/2014/main" id="{1CEDF7FE-8238-E952-EC20-938FFD7042D7}"/>
              </a:ext>
            </a:extLst>
          </p:cNvPr>
          <p:cNvSpPr>
            <a:spLocks noGrp="1"/>
          </p:cNvSpPr>
          <p:nvPr>
            <p:ph type="sldNum" idx="10"/>
          </p:nvPr>
        </p:nvSpPr>
        <p:spPr/>
        <p:txBody>
          <a:bodyPr/>
          <a:lstStyle/>
          <a:p>
            <a:fld id="{00000000-1234-1234-1234-123412341234}" type="slidenum">
              <a:rPr lang="en-US" smtClean="0"/>
              <a:pPr/>
              <a:t>‹#›</a:t>
            </a:fld>
            <a:endParaRPr lang="en-US"/>
          </a:p>
        </p:txBody>
      </p:sp>
    </p:spTree>
    <p:extLst>
      <p:ext uri="{BB962C8B-B14F-4D97-AF65-F5344CB8AC3E}">
        <p14:creationId xmlns:p14="http://schemas.microsoft.com/office/powerpoint/2010/main" val="37306064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bg>
      <p:bgPr>
        <a:solidFill>
          <a:schemeClr val="dk1"/>
        </a:solidFill>
        <a:effectLst/>
      </p:bgPr>
    </p:bg>
    <p:spTree>
      <p:nvGrpSpPr>
        <p:cNvPr id="1" name="Shape 24"/>
        <p:cNvGrpSpPr/>
        <p:nvPr/>
      </p:nvGrpSpPr>
      <p:grpSpPr>
        <a:xfrm>
          <a:off x="0" y="0"/>
          <a:ext cx="0" cy="0"/>
          <a:chOff x="0" y="0"/>
          <a:chExt cx="0" cy="0"/>
        </a:xfrm>
      </p:grpSpPr>
      <p:grpSp>
        <p:nvGrpSpPr>
          <p:cNvPr id="25" name="Google Shape;25;p32"/>
          <p:cNvGrpSpPr/>
          <p:nvPr/>
        </p:nvGrpSpPr>
        <p:grpSpPr>
          <a:xfrm>
            <a:off x="1107190" y="1588342"/>
            <a:ext cx="994351" cy="61101"/>
            <a:chOff x="4580561" y="2589004"/>
            <a:chExt cx="1064464" cy="25200"/>
          </a:xfrm>
        </p:grpSpPr>
        <p:sp>
          <p:nvSpPr>
            <p:cNvPr id="26" name="Google Shape;26;p32"/>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27" name="Google Shape;27;p32"/>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grpSp>
      <p:sp>
        <p:nvSpPr>
          <p:cNvPr id="28" name="Google Shape;28;p32"/>
          <p:cNvSpPr txBox="1">
            <a:spLocks noGrp="1"/>
          </p:cNvSpPr>
          <p:nvPr>
            <p:ph type="title"/>
          </p:nvPr>
        </p:nvSpPr>
        <p:spPr>
          <a:xfrm>
            <a:off x="972600" y="1763267"/>
            <a:ext cx="10251200" cy="20248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Clr>
                <a:schemeClr val="lt1"/>
              </a:buClr>
              <a:buSzPts val="3600"/>
              <a:buNone/>
              <a:defRPr sz="4800">
                <a:solidFill>
                  <a:schemeClr val="lt1"/>
                </a:solidFill>
              </a:defRPr>
            </a:lvl1pPr>
            <a:lvl2pPr lvl="1" algn="l">
              <a:lnSpc>
                <a:spcPct val="100000"/>
              </a:lnSpc>
              <a:spcBef>
                <a:spcPts val="0"/>
              </a:spcBef>
              <a:spcAft>
                <a:spcPts val="0"/>
              </a:spcAft>
              <a:buClr>
                <a:schemeClr val="lt1"/>
              </a:buClr>
              <a:buSzPts val="3600"/>
              <a:buNone/>
              <a:defRPr sz="4800">
                <a:solidFill>
                  <a:schemeClr val="lt1"/>
                </a:solidFill>
              </a:defRPr>
            </a:lvl2pPr>
            <a:lvl3pPr lvl="2" algn="l">
              <a:lnSpc>
                <a:spcPct val="100000"/>
              </a:lnSpc>
              <a:spcBef>
                <a:spcPts val="0"/>
              </a:spcBef>
              <a:spcAft>
                <a:spcPts val="0"/>
              </a:spcAft>
              <a:buClr>
                <a:schemeClr val="lt1"/>
              </a:buClr>
              <a:buSzPts val="3600"/>
              <a:buNone/>
              <a:defRPr sz="4800">
                <a:solidFill>
                  <a:schemeClr val="lt1"/>
                </a:solidFill>
              </a:defRPr>
            </a:lvl3pPr>
            <a:lvl4pPr lvl="3" algn="l">
              <a:lnSpc>
                <a:spcPct val="100000"/>
              </a:lnSpc>
              <a:spcBef>
                <a:spcPts val="0"/>
              </a:spcBef>
              <a:spcAft>
                <a:spcPts val="0"/>
              </a:spcAft>
              <a:buClr>
                <a:schemeClr val="lt1"/>
              </a:buClr>
              <a:buSzPts val="3600"/>
              <a:buNone/>
              <a:defRPr sz="4800">
                <a:solidFill>
                  <a:schemeClr val="lt1"/>
                </a:solidFill>
              </a:defRPr>
            </a:lvl4pPr>
            <a:lvl5pPr lvl="4" algn="l">
              <a:lnSpc>
                <a:spcPct val="100000"/>
              </a:lnSpc>
              <a:spcBef>
                <a:spcPts val="0"/>
              </a:spcBef>
              <a:spcAft>
                <a:spcPts val="0"/>
              </a:spcAft>
              <a:buClr>
                <a:schemeClr val="lt1"/>
              </a:buClr>
              <a:buSzPts val="3600"/>
              <a:buNone/>
              <a:defRPr sz="4800">
                <a:solidFill>
                  <a:schemeClr val="lt1"/>
                </a:solidFill>
              </a:defRPr>
            </a:lvl5pPr>
            <a:lvl6pPr lvl="5" algn="l">
              <a:lnSpc>
                <a:spcPct val="100000"/>
              </a:lnSpc>
              <a:spcBef>
                <a:spcPts val="0"/>
              </a:spcBef>
              <a:spcAft>
                <a:spcPts val="0"/>
              </a:spcAft>
              <a:buClr>
                <a:schemeClr val="lt1"/>
              </a:buClr>
              <a:buSzPts val="3600"/>
              <a:buNone/>
              <a:defRPr sz="4800">
                <a:solidFill>
                  <a:schemeClr val="lt1"/>
                </a:solidFill>
              </a:defRPr>
            </a:lvl6pPr>
            <a:lvl7pPr lvl="6" algn="l">
              <a:lnSpc>
                <a:spcPct val="100000"/>
              </a:lnSpc>
              <a:spcBef>
                <a:spcPts val="0"/>
              </a:spcBef>
              <a:spcAft>
                <a:spcPts val="0"/>
              </a:spcAft>
              <a:buClr>
                <a:schemeClr val="lt1"/>
              </a:buClr>
              <a:buSzPts val="3600"/>
              <a:buNone/>
              <a:defRPr sz="4800">
                <a:solidFill>
                  <a:schemeClr val="lt1"/>
                </a:solidFill>
              </a:defRPr>
            </a:lvl7pPr>
            <a:lvl8pPr lvl="7" algn="l">
              <a:lnSpc>
                <a:spcPct val="100000"/>
              </a:lnSpc>
              <a:spcBef>
                <a:spcPts val="0"/>
              </a:spcBef>
              <a:spcAft>
                <a:spcPts val="0"/>
              </a:spcAft>
              <a:buClr>
                <a:schemeClr val="lt1"/>
              </a:buClr>
              <a:buSzPts val="3600"/>
              <a:buNone/>
              <a:defRPr sz="4800">
                <a:solidFill>
                  <a:schemeClr val="lt1"/>
                </a:solidFill>
              </a:defRPr>
            </a:lvl8pPr>
            <a:lvl9pPr lvl="8" algn="l">
              <a:lnSpc>
                <a:spcPct val="100000"/>
              </a:lnSpc>
              <a:spcBef>
                <a:spcPts val="0"/>
              </a:spcBef>
              <a:spcAft>
                <a:spcPts val="0"/>
              </a:spcAft>
              <a:buClr>
                <a:schemeClr val="lt1"/>
              </a:buClr>
              <a:buSzPts val="3600"/>
              <a:buNone/>
              <a:defRPr sz="4800">
                <a:solidFill>
                  <a:schemeClr val="lt1"/>
                </a:solidFill>
              </a:defRPr>
            </a:lvl9pPr>
          </a:lstStyle>
          <a:p>
            <a:endParaRPr/>
          </a:p>
        </p:txBody>
      </p:sp>
      <p:sp>
        <p:nvSpPr>
          <p:cNvPr id="29" name="Google Shape;29;p32"/>
          <p:cNvSpPr txBox="1">
            <a:spLocks noGrp="1"/>
          </p:cNvSpPr>
          <p:nvPr>
            <p:ph type="sldNum" idx="12"/>
          </p:nvPr>
        </p:nvSpPr>
        <p:spPr>
          <a:xfrm>
            <a:off x="11381736" y="6333135"/>
            <a:ext cx="731600" cy="524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333" b="0" i="0" u="none" strike="noStrike" cap="none">
                <a:solidFill>
                  <a:schemeClr val="l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333" b="0" i="0" u="none" strike="noStrike" cap="none">
                <a:solidFill>
                  <a:schemeClr val="l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333" b="0" i="0" u="none" strike="noStrike" cap="none">
                <a:solidFill>
                  <a:schemeClr val="l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333" b="0" i="0" u="none" strike="noStrike" cap="none">
                <a:solidFill>
                  <a:schemeClr val="l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333" b="0" i="0" u="none" strike="noStrike" cap="none">
                <a:solidFill>
                  <a:schemeClr val="l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333" b="0" i="0" u="none" strike="noStrike" cap="none">
                <a:solidFill>
                  <a:schemeClr val="l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333" b="0" i="0" u="none" strike="noStrike" cap="none">
                <a:solidFill>
                  <a:schemeClr val="l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333" b="0" i="0" u="none" strike="noStrike" cap="none">
                <a:solidFill>
                  <a:schemeClr val="l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333" b="0" i="0" u="none" strike="noStrike" cap="none">
                <a:solidFill>
                  <a:schemeClr val="lt1"/>
                </a:solidFill>
                <a:latin typeface="Lato"/>
                <a:ea typeface="Lato"/>
                <a:cs typeface="Lato"/>
                <a:sym typeface="Lato"/>
              </a:defRPr>
            </a:lvl9pPr>
          </a:lstStyle>
          <a:p>
            <a:fld id="{00000000-1234-1234-1234-123412341234}" type="slidenum">
              <a:rPr lang="en-US" smtClean="0"/>
              <a:pPr/>
              <a:t>‹#›</a:t>
            </a:fld>
            <a:endParaRPr lang="en-US"/>
          </a:p>
        </p:txBody>
      </p:sp>
    </p:spTree>
    <p:extLst>
      <p:ext uri="{BB962C8B-B14F-4D97-AF65-F5344CB8AC3E}">
        <p14:creationId xmlns:p14="http://schemas.microsoft.com/office/powerpoint/2010/main" val="327466579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30"/>
        <p:cNvGrpSpPr/>
        <p:nvPr/>
      </p:nvGrpSpPr>
      <p:grpSpPr>
        <a:xfrm>
          <a:off x="0" y="0"/>
          <a:ext cx="0" cy="0"/>
          <a:chOff x="0" y="0"/>
          <a:chExt cx="0" cy="0"/>
        </a:xfrm>
      </p:grpSpPr>
      <p:sp>
        <p:nvSpPr>
          <p:cNvPr id="31" name="Google Shape;31;p33"/>
          <p:cNvSpPr/>
          <p:nvPr/>
        </p:nvSpPr>
        <p:spPr>
          <a:xfrm>
            <a:off x="0" y="0"/>
            <a:ext cx="12192000" cy="650400"/>
          </a:xfrm>
          <a:prstGeom prst="rect">
            <a:avLst/>
          </a:prstGeom>
          <a:solidFill>
            <a:schemeClr val="lt2"/>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grpSp>
        <p:nvGrpSpPr>
          <p:cNvPr id="32" name="Google Shape;32;p33"/>
          <p:cNvGrpSpPr/>
          <p:nvPr/>
        </p:nvGrpSpPr>
        <p:grpSpPr>
          <a:xfrm>
            <a:off x="1107190" y="1588342"/>
            <a:ext cx="994351" cy="61101"/>
            <a:chOff x="4580561" y="2589004"/>
            <a:chExt cx="1064464" cy="25200"/>
          </a:xfrm>
        </p:grpSpPr>
        <p:sp>
          <p:nvSpPr>
            <p:cNvPr id="33" name="Google Shape;33;p33"/>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34" name="Google Shape;34;p33"/>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grpSp>
      <p:sp>
        <p:nvSpPr>
          <p:cNvPr id="35" name="Google Shape;35;p33"/>
          <p:cNvSpPr txBox="1">
            <a:spLocks noGrp="1"/>
          </p:cNvSpPr>
          <p:nvPr>
            <p:ph type="title"/>
          </p:nvPr>
        </p:nvSpPr>
        <p:spPr>
          <a:xfrm>
            <a:off x="972600" y="1758200"/>
            <a:ext cx="10251600" cy="7136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600"/>
              <a:buNone/>
              <a:defRPr sz="3467"/>
            </a:lvl1pPr>
            <a:lvl2pPr lvl="1" algn="l">
              <a:lnSpc>
                <a:spcPct val="100000"/>
              </a:lnSpc>
              <a:spcBef>
                <a:spcPts val="0"/>
              </a:spcBef>
              <a:spcAft>
                <a:spcPts val="0"/>
              </a:spcAft>
              <a:buSzPts val="2600"/>
              <a:buNone/>
              <a:defRPr sz="3467"/>
            </a:lvl2pPr>
            <a:lvl3pPr lvl="2" algn="l">
              <a:lnSpc>
                <a:spcPct val="100000"/>
              </a:lnSpc>
              <a:spcBef>
                <a:spcPts val="0"/>
              </a:spcBef>
              <a:spcAft>
                <a:spcPts val="0"/>
              </a:spcAft>
              <a:buSzPts val="2600"/>
              <a:buNone/>
              <a:defRPr sz="3467"/>
            </a:lvl3pPr>
            <a:lvl4pPr lvl="3" algn="l">
              <a:lnSpc>
                <a:spcPct val="100000"/>
              </a:lnSpc>
              <a:spcBef>
                <a:spcPts val="0"/>
              </a:spcBef>
              <a:spcAft>
                <a:spcPts val="0"/>
              </a:spcAft>
              <a:buSzPts val="2600"/>
              <a:buNone/>
              <a:defRPr sz="3467"/>
            </a:lvl4pPr>
            <a:lvl5pPr lvl="4" algn="l">
              <a:lnSpc>
                <a:spcPct val="100000"/>
              </a:lnSpc>
              <a:spcBef>
                <a:spcPts val="0"/>
              </a:spcBef>
              <a:spcAft>
                <a:spcPts val="0"/>
              </a:spcAft>
              <a:buSzPts val="2600"/>
              <a:buNone/>
              <a:defRPr sz="3467"/>
            </a:lvl5pPr>
            <a:lvl6pPr lvl="5" algn="l">
              <a:lnSpc>
                <a:spcPct val="100000"/>
              </a:lnSpc>
              <a:spcBef>
                <a:spcPts val="0"/>
              </a:spcBef>
              <a:spcAft>
                <a:spcPts val="0"/>
              </a:spcAft>
              <a:buSzPts val="2600"/>
              <a:buNone/>
              <a:defRPr sz="3467"/>
            </a:lvl6pPr>
            <a:lvl7pPr lvl="6" algn="l">
              <a:lnSpc>
                <a:spcPct val="100000"/>
              </a:lnSpc>
              <a:spcBef>
                <a:spcPts val="0"/>
              </a:spcBef>
              <a:spcAft>
                <a:spcPts val="0"/>
              </a:spcAft>
              <a:buSzPts val="2600"/>
              <a:buNone/>
              <a:defRPr sz="3467"/>
            </a:lvl7pPr>
            <a:lvl8pPr lvl="7" algn="l">
              <a:lnSpc>
                <a:spcPct val="100000"/>
              </a:lnSpc>
              <a:spcBef>
                <a:spcPts val="0"/>
              </a:spcBef>
              <a:spcAft>
                <a:spcPts val="0"/>
              </a:spcAft>
              <a:buSzPts val="2600"/>
              <a:buNone/>
              <a:defRPr sz="3467"/>
            </a:lvl8pPr>
            <a:lvl9pPr lvl="8" algn="l">
              <a:lnSpc>
                <a:spcPct val="100000"/>
              </a:lnSpc>
              <a:spcBef>
                <a:spcPts val="0"/>
              </a:spcBef>
              <a:spcAft>
                <a:spcPts val="0"/>
              </a:spcAft>
              <a:buSzPts val="2600"/>
              <a:buNone/>
              <a:defRPr sz="3467"/>
            </a:lvl9pPr>
          </a:lstStyle>
          <a:p>
            <a:endParaRPr/>
          </a:p>
        </p:txBody>
      </p:sp>
      <p:sp>
        <p:nvSpPr>
          <p:cNvPr id="36" name="Google Shape;36;p33"/>
          <p:cNvSpPr txBox="1">
            <a:spLocks noGrp="1"/>
          </p:cNvSpPr>
          <p:nvPr>
            <p:ph type="body" idx="1"/>
          </p:nvPr>
        </p:nvSpPr>
        <p:spPr>
          <a:xfrm>
            <a:off x="972600" y="2771833"/>
            <a:ext cx="10251600" cy="3014800"/>
          </a:xfrm>
          <a:prstGeom prst="rect">
            <a:avLst/>
          </a:prstGeom>
          <a:noFill/>
          <a:ln>
            <a:noFill/>
          </a:ln>
        </p:spPr>
        <p:txBody>
          <a:bodyPr spcFirstLastPara="1" wrap="square" lIns="91425" tIns="91425" rIns="91425" bIns="91425" anchor="t" anchorCtr="0">
            <a:normAutofit/>
          </a:bodyPr>
          <a:lstStyle>
            <a:lvl1pPr marL="609585" lvl="0" indent="-414856" algn="l">
              <a:lnSpc>
                <a:spcPct val="115000"/>
              </a:lnSpc>
              <a:spcBef>
                <a:spcPts val="0"/>
              </a:spcBef>
              <a:spcAft>
                <a:spcPts val="0"/>
              </a:spcAft>
              <a:buSzPts val="1300"/>
              <a:buChar char="●"/>
              <a:defRPr/>
            </a:lvl1pPr>
            <a:lvl2pPr marL="1219170" lvl="1" indent="-397923" algn="l">
              <a:lnSpc>
                <a:spcPct val="115000"/>
              </a:lnSpc>
              <a:spcBef>
                <a:spcPts val="0"/>
              </a:spcBef>
              <a:spcAft>
                <a:spcPts val="0"/>
              </a:spcAft>
              <a:buSzPts val="1100"/>
              <a:buChar char="○"/>
              <a:defRPr/>
            </a:lvl2pPr>
            <a:lvl3pPr marL="1828754" lvl="2" indent="-397923" algn="l">
              <a:lnSpc>
                <a:spcPct val="115000"/>
              </a:lnSpc>
              <a:spcBef>
                <a:spcPts val="0"/>
              </a:spcBef>
              <a:spcAft>
                <a:spcPts val="0"/>
              </a:spcAft>
              <a:buSzPts val="1100"/>
              <a:buChar char="■"/>
              <a:defRPr/>
            </a:lvl3pPr>
            <a:lvl4pPr marL="2438339" lvl="3" indent="-397923" algn="l">
              <a:lnSpc>
                <a:spcPct val="115000"/>
              </a:lnSpc>
              <a:spcBef>
                <a:spcPts val="0"/>
              </a:spcBef>
              <a:spcAft>
                <a:spcPts val="0"/>
              </a:spcAft>
              <a:buSzPts val="1100"/>
              <a:buChar char="●"/>
              <a:defRPr/>
            </a:lvl4pPr>
            <a:lvl5pPr marL="3047924" lvl="4" indent="-397923" algn="l">
              <a:lnSpc>
                <a:spcPct val="115000"/>
              </a:lnSpc>
              <a:spcBef>
                <a:spcPts val="0"/>
              </a:spcBef>
              <a:spcAft>
                <a:spcPts val="0"/>
              </a:spcAft>
              <a:buSzPts val="1100"/>
              <a:buChar char="○"/>
              <a:defRPr/>
            </a:lvl5pPr>
            <a:lvl6pPr marL="3657509" lvl="5" indent="-397923" algn="l">
              <a:lnSpc>
                <a:spcPct val="115000"/>
              </a:lnSpc>
              <a:spcBef>
                <a:spcPts val="0"/>
              </a:spcBef>
              <a:spcAft>
                <a:spcPts val="0"/>
              </a:spcAft>
              <a:buSzPts val="1100"/>
              <a:buChar char="■"/>
              <a:defRPr/>
            </a:lvl6pPr>
            <a:lvl7pPr marL="4267093" lvl="6" indent="-397923" algn="l">
              <a:lnSpc>
                <a:spcPct val="115000"/>
              </a:lnSpc>
              <a:spcBef>
                <a:spcPts val="0"/>
              </a:spcBef>
              <a:spcAft>
                <a:spcPts val="0"/>
              </a:spcAft>
              <a:buSzPts val="1100"/>
              <a:buChar char="●"/>
              <a:defRPr/>
            </a:lvl7pPr>
            <a:lvl8pPr marL="4876678" lvl="7" indent="-397923" algn="l">
              <a:lnSpc>
                <a:spcPct val="115000"/>
              </a:lnSpc>
              <a:spcBef>
                <a:spcPts val="0"/>
              </a:spcBef>
              <a:spcAft>
                <a:spcPts val="0"/>
              </a:spcAft>
              <a:buSzPts val="1100"/>
              <a:buChar char="○"/>
              <a:defRPr/>
            </a:lvl8pPr>
            <a:lvl9pPr marL="5486263" lvl="8" indent="-397923" algn="l">
              <a:lnSpc>
                <a:spcPct val="115000"/>
              </a:lnSpc>
              <a:spcBef>
                <a:spcPts val="0"/>
              </a:spcBef>
              <a:spcAft>
                <a:spcPts val="0"/>
              </a:spcAft>
              <a:buSzPts val="1100"/>
              <a:buChar char="■"/>
              <a:defRPr/>
            </a:lvl9pPr>
          </a:lstStyle>
          <a:p>
            <a:endParaRPr/>
          </a:p>
        </p:txBody>
      </p:sp>
      <p:sp>
        <p:nvSpPr>
          <p:cNvPr id="37" name="Google Shape;37;p33"/>
          <p:cNvSpPr txBox="1">
            <a:spLocks noGrp="1"/>
          </p:cNvSpPr>
          <p:nvPr>
            <p:ph type="sldNum" idx="12"/>
          </p:nvPr>
        </p:nvSpPr>
        <p:spPr>
          <a:xfrm>
            <a:off x="11381736" y="6333135"/>
            <a:ext cx="731600" cy="524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333"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333"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333"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333"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333"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333"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333"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333"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333" b="0" i="0" u="none" strike="noStrike" cap="none">
                <a:solidFill>
                  <a:schemeClr val="accent1"/>
                </a:solidFill>
                <a:latin typeface="Lato"/>
                <a:ea typeface="Lato"/>
                <a:cs typeface="Lato"/>
                <a:sym typeface="Lato"/>
              </a:defRPr>
            </a:lvl9pPr>
          </a:lstStyle>
          <a:p>
            <a:fld id="{00000000-1234-1234-1234-123412341234}" type="slidenum">
              <a:rPr lang="en-US" smtClean="0"/>
              <a:pPr/>
              <a:t>‹#›</a:t>
            </a:fld>
            <a:endParaRPr lang="en-US"/>
          </a:p>
        </p:txBody>
      </p:sp>
    </p:spTree>
    <p:extLst>
      <p:ext uri="{BB962C8B-B14F-4D97-AF65-F5344CB8AC3E}">
        <p14:creationId xmlns:p14="http://schemas.microsoft.com/office/powerpoint/2010/main" val="393339656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38"/>
        <p:cNvGrpSpPr/>
        <p:nvPr/>
      </p:nvGrpSpPr>
      <p:grpSpPr>
        <a:xfrm>
          <a:off x="0" y="0"/>
          <a:ext cx="0" cy="0"/>
          <a:chOff x="0" y="0"/>
          <a:chExt cx="0" cy="0"/>
        </a:xfrm>
      </p:grpSpPr>
      <p:sp>
        <p:nvSpPr>
          <p:cNvPr id="39" name="Google Shape;39;p34"/>
          <p:cNvSpPr/>
          <p:nvPr/>
        </p:nvSpPr>
        <p:spPr>
          <a:xfrm>
            <a:off x="0" y="0"/>
            <a:ext cx="12192000" cy="650400"/>
          </a:xfrm>
          <a:prstGeom prst="rect">
            <a:avLst/>
          </a:prstGeom>
          <a:solidFill>
            <a:schemeClr val="lt2"/>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grpSp>
        <p:nvGrpSpPr>
          <p:cNvPr id="40" name="Google Shape;40;p34"/>
          <p:cNvGrpSpPr/>
          <p:nvPr/>
        </p:nvGrpSpPr>
        <p:grpSpPr>
          <a:xfrm>
            <a:off x="1107190" y="1588342"/>
            <a:ext cx="994351" cy="61101"/>
            <a:chOff x="4580561" y="2589004"/>
            <a:chExt cx="1064464" cy="25200"/>
          </a:xfrm>
        </p:grpSpPr>
        <p:sp>
          <p:nvSpPr>
            <p:cNvPr id="41" name="Google Shape;41;p34"/>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42" name="Google Shape;42;p34"/>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grpSp>
      <p:sp>
        <p:nvSpPr>
          <p:cNvPr id="43" name="Google Shape;43;p34"/>
          <p:cNvSpPr txBox="1">
            <a:spLocks noGrp="1"/>
          </p:cNvSpPr>
          <p:nvPr>
            <p:ph type="title"/>
          </p:nvPr>
        </p:nvSpPr>
        <p:spPr>
          <a:xfrm>
            <a:off x="972600" y="1758200"/>
            <a:ext cx="10251200" cy="7136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600"/>
              <a:buNone/>
              <a:defRPr sz="3467"/>
            </a:lvl1pPr>
            <a:lvl2pPr lvl="1" algn="l">
              <a:lnSpc>
                <a:spcPct val="100000"/>
              </a:lnSpc>
              <a:spcBef>
                <a:spcPts val="0"/>
              </a:spcBef>
              <a:spcAft>
                <a:spcPts val="0"/>
              </a:spcAft>
              <a:buSzPts val="2600"/>
              <a:buNone/>
              <a:defRPr sz="3467"/>
            </a:lvl2pPr>
            <a:lvl3pPr lvl="2" algn="l">
              <a:lnSpc>
                <a:spcPct val="100000"/>
              </a:lnSpc>
              <a:spcBef>
                <a:spcPts val="0"/>
              </a:spcBef>
              <a:spcAft>
                <a:spcPts val="0"/>
              </a:spcAft>
              <a:buSzPts val="2600"/>
              <a:buNone/>
              <a:defRPr sz="3467"/>
            </a:lvl3pPr>
            <a:lvl4pPr lvl="3" algn="l">
              <a:lnSpc>
                <a:spcPct val="100000"/>
              </a:lnSpc>
              <a:spcBef>
                <a:spcPts val="0"/>
              </a:spcBef>
              <a:spcAft>
                <a:spcPts val="0"/>
              </a:spcAft>
              <a:buSzPts val="2600"/>
              <a:buNone/>
              <a:defRPr sz="3467"/>
            </a:lvl4pPr>
            <a:lvl5pPr lvl="4" algn="l">
              <a:lnSpc>
                <a:spcPct val="100000"/>
              </a:lnSpc>
              <a:spcBef>
                <a:spcPts val="0"/>
              </a:spcBef>
              <a:spcAft>
                <a:spcPts val="0"/>
              </a:spcAft>
              <a:buSzPts val="2600"/>
              <a:buNone/>
              <a:defRPr sz="3467"/>
            </a:lvl5pPr>
            <a:lvl6pPr lvl="5" algn="l">
              <a:lnSpc>
                <a:spcPct val="100000"/>
              </a:lnSpc>
              <a:spcBef>
                <a:spcPts val="0"/>
              </a:spcBef>
              <a:spcAft>
                <a:spcPts val="0"/>
              </a:spcAft>
              <a:buSzPts val="2600"/>
              <a:buNone/>
              <a:defRPr sz="3467"/>
            </a:lvl6pPr>
            <a:lvl7pPr lvl="6" algn="l">
              <a:lnSpc>
                <a:spcPct val="100000"/>
              </a:lnSpc>
              <a:spcBef>
                <a:spcPts val="0"/>
              </a:spcBef>
              <a:spcAft>
                <a:spcPts val="0"/>
              </a:spcAft>
              <a:buSzPts val="2600"/>
              <a:buNone/>
              <a:defRPr sz="3467"/>
            </a:lvl7pPr>
            <a:lvl8pPr lvl="7" algn="l">
              <a:lnSpc>
                <a:spcPct val="100000"/>
              </a:lnSpc>
              <a:spcBef>
                <a:spcPts val="0"/>
              </a:spcBef>
              <a:spcAft>
                <a:spcPts val="0"/>
              </a:spcAft>
              <a:buSzPts val="2600"/>
              <a:buNone/>
              <a:defRPr sz="3467"/>
            </a:lvl8pPr>
            <a:lvl9pPr lvl="8" algn="l">
              <a:lnSpc>
                <a:spcPct val="100000"/>
              </a:lnSpc>
              <a:spcBef>
                <a:spcPts val="0"/>
              </a:spcBef>
              <a:spcAft>
                <a:spcPts val="0"/>
              </a:spcAft>
              <a:buSzPts val="2600"/>
              <a:buNone/>
              <a:defRPr sz="3467"/>
            </a:lvl9pPr>
          </a:lstStyle>
          <a:p>
            <a:endParaRPr/>
          </a:p>
        </p:txBody>
      </p:sp>
      <p:sp>
        <p:nvSpPr>
          <p:cNvPr id="44" name="Google Shape;44;p34"/>
          <p:cNvSpPr txBox="1">
            <a:spLocks noGrp="1"/>
          </p:cNvSpPr>
          <p:nvPr>
            <p:ph type="body" idx="1"/>
          </p:nvPr>
        </p:nvSpPr>
        <p:spPr>
          <a:xfrm>
            <a:off x="972433" y="2771833"/>
            <a:ext cx="5032400" cy="3014800"/>
          </a:xfrm>
          <a:prstGeom prst="rect">
            <a:avLst/>
          </a:prstGeom>
          <a:noFill/>
          <a:ln>
            <a:noFill/>
          </a:ln>
        </p:spPr>
        <p:txBody>
          <a:bodyPr spcFirstLastPara="1" wrap="square" lIns="91425" tIns="91425" rIns="91425" bIns="91425" anchor="t" anchorCtr="0">
            <a:normAutofit/>
          </a:bodyPr>
          <a:lstStyle>
            <a:lvl1pPr marL="609585" lvl="0" indent="-414856" algn="l">
              <a:lnSpc>
                <a:spcPct val="115000"/>
              </a:lnSpc>
              <a:spcBef>
                <a:spcPts val="0"/>
              </a:spcBef>
              <a:spcAft>
                <a:spcPts val="0"/>
              </a:spcAft>
              <a:buSzPts val="1300"/>
              <a:buChar char="●"/>
              <a:defRPr/>
            </a:lvl1pPr>
            <a:lvl2pPr marL="1219170" lvl="1" indent="-397923" algn="l">
              <a:lnSpc>
                <a:spcPct val="115000"/>
              </a:lnSpc>
              <a:spcBef>
                <a:spcPts val="0"/>
              </a:spcBef>
              <a:spcAft>
                <a:spcPts val="0"/>
              </a:spcAft>
              <a:buSzPts val="1100"/>
              <a:buChar char="○"/>
              <a:defRPr/>
            </a:lvl2pPr>
            <a:lvl3pPr marL="1828754" lvl="2" indent="-397923" algn="l">
              <a:lnSpc>
                <a:spcPct val="115000"/>
              </a:lnSpc>
              <a:spcBef>
                <a:spcPts val="0"/>
              </a:spcBef>
              <a:spcAft>
                <a:spcPts val="0"/>
              </a:spcAft>
              <a:buSzPts val="1100"/>
              <a:buChar char="■"/>
              <a:defRPr/>
            </a:lvl3pPr>
            <a:lvl4pPr marL="2438339" lvl="3" indent="-397923" algn="l">
              <a:lnSpc>
                <a:spcPct val="115000"/>
              </a:lnSpc>
              <a:spcBef>
                <a:spcPts val="0"/>
              </a:spcBef>
              <a:spcAft>
                <a:spcPts val="0"/>
              </a:spcAft>
              <a:buSzPts val="1100"/>
              <a:buChar char="●"/>
              <a:defRPr/>
            </a:lvl4pPr>
            <a:lvl5pPr marL="3047924" lvl="4" indent="-397923" algn="l">
              <a:lnSpc>
                <a:spcPct val="115000"/>
              </a:lnSpc>
              <a:spcBef>
                <a:spcPts val="0"/>
              </a:spcBef>
              <a:spcAft>
                <a:spcPts val="0"/>
              </a:spcAft>
              <a:buSzPts val="1100"/>
              <a:buChar char="○"/>
              <a:defRPr/>
            </a:lvl5pPr>
            <a:lvl6pPr marL="3657509" lvl="5" indent="-397923" algn="l">
              <a:lnSpc>
                <a:spcPct val="115000"/>
              </a:lnSpc>
              <a:spcBef>
                <a:spcPts val="0"/>
              </a:spcBef>
              <a:spcAft>
                <a:spcPts val="0"/>
              </a:spcAft>
              <a:buSzPts val="1100"/>
              <a:buChar char="■"/>
              <a:defRPr/>
            </a:lvl6pPr>
            <a:lvl7pPr marL="4267093" lvl="6" indent="-397923" algn="l">
              <a:lnSpc>
                <a:spcPct val="115000"/>
              </a:lnSpc>
              <a:spcBef>
                <a:spcPts val="0"/>
              </a:spcBef>
              <a:spcAft>
                <a:spcPts val="0"/>
              </a:spcAft>
              <a:buSzPts val="1100"/>
              <a:buChar char="●"/>
              <a:defRPr/>
            </a:lvl7pPr>
            <a:lvl8pPr marL="4876678" lvl="7" indent="-397923" algn="l">
              <a:lnSpc>
                <a:spcPct val="115000"/>
              </a:lnSpc>
              <a:spcBef>
                <a:spcPts val="0"/>
              </a:spcBef>
              <a:spcAft>
                <a:spcPts val="0"/>
              </a:spcAft>
              <a:buSzPts val="1100"/>
              <a:buChar char="○"/>
              <a:defRPr/>
            </a:lvl8pPr>
            <a:lvl9pPr marL="5486263" lvl="8" indent="-397923" algn="l">
              <a:lnSpc>
                <a:spcPct val="115000"/>
              </a:lnSpc>
              <a:spcBef>
                <a:spcPts val="0"/>
              </a:spcBef>
              <a:spcAft>
                <a:spcPts val="0"/>
              </a:spcAft>
              <a:buSzPts val="1100"/>
              <a:buChar char="■"/>
              <a:defRPr/>
            </a:lvl9pPr>
          </a:lstStyle>
          <a:p>
            <a:endParaRPr/>
          </a:p>
        </p:txBody>
      </p:sp>
      <p:sp>
        <p:nvSpPr>
          <p:cNvPr id="45" name="Google Shape;45;p34"/>
          <p:cNvSpPr txBox="1">
            <a:spLocks noGrp="1"/>
          </p:cNvSpPr>
          <p:nvPr>
            <p:ph type="body" idx="2"/>
          </p:nvPr>
        </p:nvSpPr>
        <p:spPr>
          <a:xfrm>
            <a:off x="6191472" y="2771833"/>
            <a:ext cx="5032400" cy="3014800"/>
          </a:xfrm>
          <a:prstGeom prst="rect">
            <a:avLst/>
          </a:prstGeom>
          <a:noFill/>
          <a:ln>
            <a:noFill/>
          </a:ln>
        </p:spPr>
        <p:txBody>
          <a:bodyPr spcFirstLastPara="1" wrap="square" lIns="91425" tIns="91425" rIns="91425" bIns="91425" anchor="t" anchorCtr="0">
            <a:normAutofit/>
          </a:bodyPr>
          <a:lstStyle>
            <a:lvl1pPr marL="609585" lvl="0" indent="-414856" algn="l">
              <a:lnSpc>
                <a:spcPct val="115000"/>
              </a:lnSpc>
              <a:spcBef>
                <a:spcPts val="0"/>
              </a:spcBef>
              <a:spcAft>
                <a:spcPts val="0"/>
              </a:spcAft>
              <a:buSzPts val="1300"/>
              <a:buChar char="●"/>
              <a:defRPr/>
            </a:lvl1pPr>
            <a:lvl2pPr marL="1219170" lvl="1" indent="-397923" algn="l">
              <a:lnSpc>
                <a:spcPct val="115000"/>
              </a:lnSpc>
              <a:spcBef>
                <a:spcPts val="0"/>
              </a:spcBef>
              <a:spcAft>
                <a:spcPts val="0"/>
              </a:spcAft>
              <a:buSzPts val="1100"/>
              <a:buChar char="○"/>
              <a:defRPr/>
            </a:lvl2pPr>
            <a:lvl3pPr marL="1828754" lvl="2" indent="-397923" algn="l">
              <a:lnSpc>
                <a:spcPct val="115000"/>
              </a:lnSpc>
              <a:spcBef>
                <a:spcPts val="0"/>
              </a:spcBef>
              <a:spcAft>
                <a:spcPts val="0"/>
              </a:spcAft>
              <a:buSzPts val="1100"/>
              <a:buChar char="■"/>
              <a:defRPr/>
            </a:lvl3pPr>
            <a:lvl4pPr marL="2438339" lvl="3" indent="-397923" algn="l">
              <a:lnSpc>
                <a:spcPct val="115000"/>
              </a:lnSpc>
              <a:spcBef>
                <a:spcPts val="0"/>
              </a:spcBef>
              <a:spcAft>
                <a:spcPts val="0"/>
              </a:spcAft>
              <a:buSzPts val="1100"/>
              <a:buChar char="●"/>
              <a:defRPr/>
            </a:lvl4pPr>
            <a:lvl5pPr marL="3047924" lvl="4" indent="-397923" algn="l">
              <a:lnSpc>
                <a:spcPct val="115000"/>
              </a:lnSpc>
              <a:spcBef>
                <a:spcPts val="0"/>
              </a:spcBef>
              <a:spcAft>
                <a:spcPts val="0"/>
              </a:spcAft>
              <a:buSzPts val="1100"/>
              <a:buChar char="○"/>
              <a:defRPr/>
            </a:lvl5pPr>
            <a:lvl6pPr marL="3657509" lvl="5" indent="-397923" algn="l">
              <a:lnSpc>
                <a:spcPct val="115000"/>
              </a:lnSpc>
              <a:spcBef>
                <a:spcPts val="0"/>
              </a:spcBef>
              <a:spcAft>
                <a:spcPts val="0"/>
              </a:spcAft>
              <a:buSzPts val="1100"/>
              <a:buChar char="■"/>
              <a:defRPr/>
            </a:lvl6pPr>
            <a:lvl7pPr marL="4267093" lvl="6" indent="-397923" algn="l">
              <a:lnSpc>
                <a:spcPct val="115000"/>
              </a:lnSpc>
              <a:spcBef>
                <a:spcPts val="0"/>
              </a:spcBef>
              <a:spcAft>
                <a:spcPts val="0"/>
              </a:spcAft>
              <a:buSzPts val="1100"/>
              <a:buChar char="●"/>
              <a:defRPr/>
            </a:lvl7pPr>
            <a:lvl8pPr marL="4876678" lvl="7" indent="-397923" algn="l">
              <a:lnSpc>
                <a:spcPct val="115000"/>
              </a:lnSpc>
              <a:spcBef>
                <a:spcPts val="0"/>
              </a:spcBef>
              <a:spcAft>
                <a:spcPts val="0"/>
              </a:spcAft>
              <a:buSzPts val="1100"/>
              <a:buChar char="○"/>
              <a:defRPr/>
            </a:lvl8pPr>
            <a:lvl9pPr marL="5486263" lvl="8" indent="-397923" algn="l">
              <a:lnSpc>
                <a:spcPct val="115000"/>
              </a:lnSpc>
              <a:spcBef>
                <a:spcPts val="0"/>
              </a:spcBef>
              <a:spcAft>
                <a:spcPts val="0"/>
              </a:spcAft>
              <a:buSzPts val="1100"/>
              <a:buChar char="■"/>
              <a:defRPr/>
            </a:lvl9pPr>
          </a:lstStyle>
          <a:p>
            <a:endParaRPr/>
          </a:p>
        </p:txBody>
      </p:sp>
      <p:sp>
        <p:nvSpPr>
          <p:cNvPr id="46" name="Google Shape;46;p34"/>
          <p:cNvSpPr txBox="1">
            <a:spLocks noGrp="1"/>
          </p:cNvSpPr>
          <p:nvPr>
            <p:ph type="sldNum" idx="12"/>
          </p:nvPr>
        </p:nvSpPr>
        <p:spPr>
          <a:xfrm>
            <a:off x="11381736" y="6333135"/>
            <a:ext cx="731600" cy="524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333"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333"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333"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333"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333"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333"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333"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333"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333" b="0" i="0" u="none" strike="noStrike" cap="none">
                <a:solidFill>
                  <a:schemeClr val="accent1"/>
                </a:solidFill>
                <a:latin typeface="Lato"/>
                <a:ea typeface="Lato"/>
                <a:cs typeface="Lato"/>
                <a:sym typeface="Lato"/>
              </a:defRPr>
            </a:lvl9pPr>
          </a:lstStyle>
          <a:p>
            <a:fld id="{00000000-1234-1234-1234-123412341234}" type="slidenum">
              <a:rPr lang="en-US" smtClean="0"/>
              <a:pPr/>
              <a:t>‹#›</a:t>
            </a:fld>
            <a:endParaRPr lang="en-US"/>
          </a:p>
        </p:txBody>
      </p:sp>
    </p:spTree>
    <p:extLst>
      <p:ext uri="{BB962C8B-B14F-4D97-AF65-F5344CB8AC3E}">
        <p14:creationId xmlns:p14="http://schemas.microsoft.com/office/powerpoint/2010/main" val="264864039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47"/>
        <p:cNvGrpSpPr/>
        <p:nvPr/>
      </p:nvGrpSpPr>
      <p:grpSpPr>
        <a:xfrm>
          <a:off x="0" y="0"/>
          <a:ext cx="0" cy="0"/>
          <a:chOff x="0" y="0"/>
          <a:chExt cx="0" cy="0"/>
        </a:xfrm>
      </p:grpSpPr>
      <p:sp>
        <p:nvSpPr>
          <p:cNvPr id="48" name="Google Shape;48;p35"/>
          <p:cNvSpPr/>
          <p:nvPr/>
        </p:nvSpPr>
        <p:spPr>
          <a:xfrm>
            <a:off x="0" y="0"/>
            <a:ext cx="12192000" cy="650400"/>
          </a:xfrm>
          <a:prstGeom prst="rect">
            <a:avLst/>
          </a:prstGeom>
          <a:solidFill>
            <a:schemeClr val="lt2"/>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grpSp>
        <p:nvGrpSpPr>
          <p:cNvPr id="49" name="Google Shape;49;p35"/>
          <p:cNvGrpSpPr/>
          <p:nvPr/>
        </p:nvGrpSpPr>
        <p:grpSpPr>
          <a:xfrm>
            <a:off x="1107190" y="1588342"/>
            <a:ext cx="994351" cy="61101"/>
            <a:chOff x="4580561" y="2589004"/>
            <a:chExt cx="1064464" cy="25200"/>
          </a:xfrm>
        </p:grpSpPr>
        <p:sp>
          <p:nvSpPr>
            <p:cNvPr id="50" name="Google Shape;50;p35"/>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51" name="Google Shape;51;p35"/>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grpSp>
      <p:sp>
        <p:nvSpPr>
          <p:cNvPr id="52" name="Google Shape;52;p35"/>
          <p:cNvSpPr txBox="1">
            <a:spLocks noGrp="1"/>
          </p:cNvSpPr>
          <p:nvPr>
            <p:ph type="title"/>
          </p:nvPr>
        </p:nvSpPr>
        <p:spPr>
          <a:xfrm>
            <a:off x="972600" y="1758200"/>
            <a:ext cx="10251200" cy="7136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600"/>
              <a:buNone/>
              <a:defRPr sz="3467"/>
            </a:lvl1pPr>
            <a:lvl2pPr lvl="1" algn="l">
              <a:lnSpc>
                <a:spcPct val="100000"/>
              </a:lnSpc>
              <a:spcBef>
                <a:spcPts val="0"/>
              </a:spcBef>
              <a:spcAft>
                <a:spcPts val="0"/>
              </a:spcAft>
              <a:buSzPts val="2600"/>
              <a:buNone/>
              <a:defRPr sz="3467"/>
            </a:lvl2pPr>
            <a:lvl3pPr lvl="2" algn="l">
              <a:lnSpc>
                <a:spcPct val="100000"/>
              </a:lnSpc>
              <a:spcBef>
                <a:spcPts val="0"/>
              </a:spcBef>
              <a:spcAft>
                <a:spcPts val="0"/>
              </a:spcAft>
              <a:buSzPts val="2600"/>
              <a:buNone/>
              <a:defRPr sz="3467"/>
            </a:lvl3pPr>
            <a:lvl4pPr lvl="3" algn="l">
              <a:lnSpc>
                <a:spcPct val="100000"/>
              </a:lnSpc>
              <a:spcBef>
                <a:spcPts val="0"/>
              </a:spcBef>
              <a:spcAft>
                <a:spcPts val="0"/>
              </a:spcAft>
              <a:buSzPts val="2600"/>
              <a:buNone/>
              <a:defRPr sz="3467"/>
            </a:lvl4pPr>
            <a:lvl5pPr lvl="4" algn="l">
              <a:lnSpc>
                <a:spcPct val="100000"/>
              </a:lnSpc>
              <a:spcBef>
                <a:spcPts val="0"/>
              </a:spcBef>
              <a:spcAft>
                <a:spcPts val="0"/>
              </a:spcAft>
              <a:buSzPts val="2600"/>
              <a:buNone/>
              <a:defRPr sz="3467"/>
            </a:lvl5pPr>
            <a:lvl6pPr lvl="5" algn="l">
              <a:lnSpc>
                <a:spcPct val="100000"/>
              </a:lnSpc>
              <a:spcBef>
                <a:spcPts val="0"/>
              </a:spcBef>
              <a:spcAft>
                <a:spcPts val="0"/>
              </a:spcAft>
              <a:buSzPts val="2600"/>
              <a:buNone/>
              <a:defRPr sz="3467"/>
            </a:lvl6pPr>
            <a:lvl7pPr lvl="6" algn="l">
              <a:lnSpc>
                <a:spcPct val="100000"/>
              </a:lnSpc>
              <a:spcBef>
                <a:spcPts val="0"/>
              </a:spcBef>
              <a:spcAft>
                <a:spcPts val="0"/>
              </a:spcAft>
              <a:buSzPts val="2600"/>
              <a:buNone/>
              <a:defRPr sz="3467"/>
            </a:lvl7pPr>
            <a:lvl8pPr lvl="7" algn="l">
              <a:lnSpc>
                <a:spcPct val="100000"/>
              </a:lnSpc>
              <a:spcBef>
                <a:spcPts val="0"/>
              </a:spcBef>
              <a:spcAft>
                <a:spcPts val="0"/>
              </a:spcAft>
              <a:buSzPts val="2600"/>
              <a:buNone/>
              <a:defRPr sz="3467"/>
            </a:lvl8pPr>
            <a:lvl9pPr lvl="8" algn="l">
              <a:lnSpc>
                <a:spcPct val="100000"/>
              </a:lnSpc>
              <a:spcBef>
                <a:spcPts val="0"/>
              </a:spcBef>
              <a:spcAft>
                <a:spcPts val="0"/>
              </a:spcAft>
              <a:buSzPts val="2600"/>
              <a:buNone/>
              <a:defRPr sz="3467"/>
            </a:lvl9pPr>
          </a:lstStyle>
          <a:p>
            <a:endParaRPr/>
          </a:p>
        </p:txBody>
      </p:sp>
      <p:sp>
        <p:nvSpPr>
          <p:cNvPr id="53" name="Google Shape;53;p35"/>
          <p:cNvSpPr txBox="1">
            <a:spLocks noGrp="1"/>
          </p:cNvSpPr>
          <p:nvPr>
            <p:ph type="sldNum" idx="12"/>
          </p:nvPr>
        </p:nvSpPr>
        <p:spPr>
          <a:xfrm>
            <a:off x="11381736" y="6333135"/>
            <a:ext cx="731600" cy="524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333"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333"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333"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333"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333"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333"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333"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333"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333" b="0" i="0" u="none" strike="noStrike" cap="none">
                <a:solidFill>
                  <a:schemeClr val="accent1"/>
                </a:solidFill>
                <a:latin typeface="Lato"/>
                <a:ea typeface="Lato"/>
                <a:cs typeface="Lato"/>
                <a:sym typeface="Lato"/>
              </a:defRPr>
            </a:lvl9pPr>
          </a:lstStyle>
          <a:p>
            <a:fld id="{00000000-1234-1234-1234-123412341234}" type="slidenum">
              <a:rPr lang="en-US" smtClean="0"/>
              <a:pPr/>
              <a:t>‹#›</a:t>
            </a:fld>
            <a:endParaRPr lang="en-US"/>
          </a:p>
        </p:txBody>
      </p:sp>
    </p:spTree>
    <p:extLst>
      <p:ext uri="{BB962C8B-B14F-4D97-AF65-F5344CB8AC3E}">
        <p14:creationId xmlns:p14="http://schemas.microsoft.com/office/powerpoint/2010/main" val="235802364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54"/>
        <p:cNvGrpSpPr/>
        <p:nvPr/>
      </p:nvGrpSpPr>
      <p:grpSpPr>
        <a:xfrm>
          <a:off x="0" y="0"/>
          <a:ext cx="0" cy="0"/>
          <a:chOff x="0" y="0"/>
          <a:chExt cx="0" cy="0"/>
        </a:xfrm>
      </p:grpSpPr>
      <p:sp>
        <p:nvSpPr>
          <p:cNvPr id="55" name="Google Shape;55;p36"/>
          <p:cNvSpPr/>
          <p:nvPr/>
        </p:nvSpPr>
        <p:spPr>
          <a:xfrm>
            <a:off x="0" y="0"/>
            <a:ext cx="12192000" cy="650400"/>
          </a:xfrm>
          <a:prstGeom prst="rect">
            <a:avLst/>
          </a:prstGeom>
          <a:solidFill>
            <a:schemeClr val="lt2"/>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grpSp>
        <p:nvGrpSpPr>
          <p:cNvPr id="56" name="Google Shape;56;p36"/>
          <p:cNvGrpSpPr/>
          <p:nvPr/>
        </p:nvGrpSpPr>
        <p:grpSpPr>
          <a:xfrm>
            <a:off x="1107190" y="1588342"/>
            <a:ext cx="994351" cy="61101"/>
            <a:chOff x="4580561" y="2589004"/>
            <a:chExt cx="1064464" cy="25200"/>
          </a:xfrm>
        </p:grpSpPr>
        <p:sp>
          <p:nvSpPr>
            <p:cNvPr id="57" name="Google Shape;57;p36"/>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58" name="Google Shape;58;p36"/>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grpSp>
      <p:sp>
        <p:nvSpPr>
          <p:cNvPr id="59" name="Google Shape;59;p36"/>
          <p:cNvSpPr txBox="1">
            <a:spLocks noGrp="1"/>
          </p:cNvSpPr>
          <p:nvPr>
            <p:ph type="title"/>
          </p:nvPr>
        </p:nvSpPr>
        <p:spPr>
          <a:xfrm>
            <a:off x="973333" y="1758200"/>
            <a:ext cx="4401200" cy="18420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600"/>
              <a:buNone/>
              <a:defRPr sz="3467"/>
            </a:lvl1pPr>
            <a:lvl2pPr lvl="1" algn="l">
              <a:lnSpc>
                <a:spcPct val="100000"/>
              </a:lnSpc>
              <a:spcBef>
                <a:spcPts val="0"/>
              </a:spcBef>
              <a:spcAft>
                <a:spcPts val="0"/>
              </a:spcAft>
              <a:buSzPts val="2600"/>
              <a:buNone/>
              <a:defRPr sz="3467"/>
            </a:lvl2pPr>
            <a:lvl3pPr lvl="2" algn="l">
              <a:lnSpc>
                <a:spcPct val="100000"/>
              </a:lnSpc>
              <a:spcBef>
                <a:spcPts val="0"/>
              </a:spcBef>
              <a:spcAft>
                <a:spcPts val="0"/>
              </a:spcAft>
              <a:buSzPts val="2600"/>
              <a:buNone/>
              <a:defRPr sz="3467"/>
            </a:lvl3pPr>
            <a:lvl4pPr lvl="3" algn="l">
              <a:lnSpc>
                <a:spcPct val="100000"/>
              </a:lnSpc>
              <a:spcBef>
                <a:spcPts val="0"/>
              </a:spcBef>
              <a:spcAft>
                <a:spcPts val="0"/>
              </a:spcAft>
              <a:buSzPts val="2600"/>
              <a:buNone/>
              <a:defRPr sz="3467"/>
            </a:lvl4pPr>
            <a:lvl5pPr lvl="4" algn="l">
              <a:lnSpc>
                <a:spcPct val="100000"/>
              </a:lnSpc>
              <a:spcBef>
                <a:spcPts val="0"/>
              </a:spcBef>
              <a:spcAft>
                <a:spcPts val="0"/>
              </a:spcAft>
              <a:buSzPts val="2600"/>
              <a:buNone/>
              <a:defRPr sz="3467"/>
            </a:lvl5pPr>
            <a:lvl6pPr lvl="5" algn="l">
              <a:lnSpc>
                <a:spcPct val="100000"/>
              </a:lnSpc>
              <a:spcBef>
                <a:spcPts val="0"/>
              </a:spcBef>
              <a:spcAft>
                <a:spcPts val="0"/>
              </a:spcAft>
              <a:buSzPts val="2600"/>
              <a:buNone/>
              <a:defRPr sz="3467"/>
            </a:lvl6pPr>
            <a:lvl7pPr lvl="6" algn="l">
              <a:lnSpc>
                <a:spcPct val="100000"/>
              </a:lnSpc>
              <a:spcBef>
                <a:spcPts val="0"/>
              </a:spcBef>
              <a:spcAft>
                <a:spcPts val="0"/>
              </a:spcAft>
              <a:buSzPts val="2600"/>
              <a:buNone/>
              <a:defRPr sz="3467"/>
            </a:lvl7pPr>
            <a:lvl8pPr lvl="7" algn="l">
              <a:lnSpc>
                <a:spcPct val="100000"/>
              </a:lnSpc>
              <a:spcBef>
                <a:spcPts val="0"/>
              </a:spcBef>
              <a:spcAft>
                <a:spcPts val="0"/>
              </a:spcAft>
              <a:buSzPts val="2600"/>
              <a:buNone/>
              <a:defRPr sz="3467"/>
            </a:lvl8pPr>
            <a:lvl9pPr lvl="8" algn="l">
              <a:lnSpc>
                <a:spcPct val="100000"/>
              </a:lnSpc>
              <a:spcBef>
                <a:spcPts val="0"/>
              </a:spcBef>
              <a:spcAft>
                <a:spcPts val="0"/>
              </a:spcAft>
              <a:buSzPts val="2600"/>
              <a:buNone/>
              <a:defRPr sz="3467"/>
            </a:lvl9pPr>
          </a:lstStyle>
          <a:p>
            <a:endParaRPr/>
          </a:p>
        </p:txBody>
      </p:sp>
      <p:sp>
        <p:nvSpPr>
          <p:cNvPr id="60" name="Google Shape;60;p36"/>
          <p:cNvSpPr txBox="1">
            <a:spLocks noGrp="1"/>
          </p:cNvSpPr>
          <p:nvPr>
            <p:ph type="body" idx="1"/>
          </p:nvPr>
        </p:nvSpPr>
        <p:spPr>
          <a:xfrm>
            <a:off x="961633" y="3708967"/>
            <a:ext cx="4401200" cy="2130000"/>
          </a:xfrm>
          <a:prstGeom prst="rect">
            <a:avLst/>
          </a:prstGeom>
          <a:noFill/>
          <a:ln>
            <a:noFill/>
          </a:ln>
        </p:spPr>
        <p:txBody>
          <a:bodyPr spcFirstLastPara="1" wrap="square" lIns="91425" tIns="91425" rIns="91425" bIns="91425" anchor="t" anchorCtr="0">
            <a:normAutofit/>
          </a:bodyPr>
          <a:lstStyle>
            <a:lvl1pPr marL="609585" lvl="0" indent="-414856" algn="l">
              <a:lnSpc>
                <a:spcPct val="115000"/>
              </a:lnSpc>
              <a:spcBef>
                <a:spcPts val="0"/>
              </a:spcBef>
              <a:spcAft>
                <a:spcPts val="0"/>
              </a:spcAft>
              <a:buSzPts val="1300"/>
              <a:buChar char="●"/>
              <a:defRPr/>
            </a:lvl1pPr>
            <a:lvl2pPr marL="1219170" lvl="1" indent="-397923" algn="l">
              <a:lnSpc>
                <a:spcPct val="115000"/>
              </a:lnSpc>
              <a:spcBef>
                <a:spcPts val="0"/>
              </a:spcBef>
              <a:spcAft>
                <a:spcPts val="0"/>
              </a:spcAft>
              <a:buSzPts val="1100"/>
              <a:buChar char="○"/>
              <a:defRPr/>
            </a:lvl2pPr>
            <a:lvl3pPr marL="1828754" lvl="2" indent="-397923" algn="l">
              <a:lnSpc>
                <a:spcPct val="115000"/>
              </a:lnSpc>
              <a:spcBef>
                <a:spcPts val="0"/>
              </a:spcBef>
              <a:spcAft>
                <a:spcPts val="0"/>
              </a:spcAft>
              <a:buSzPts val="1100"/>
              <a:buChar char="■"/>
              <a:defRPr/>
            </a:lvl3pPr>
            <a:lvl4pPr marL="2438339" lvl="3" indent="-397923" algn="l">
              <a:lnSpc>
                <a:spcPct val="115000"/>
              </a:lnSpc>
              <a:spcBef>
                <a:spcPts val="0"/>
              </a:spcBef>
              <a:spcAft>
                <a:spcPts val="0"/>
              </a:spcAft>
              <a:buSzPts val="1100"/>
              <a:buChar char="●"/>
              <a:defRPr/>
            </a:lvl4pPr>
            <a:lvl5pPr marL="3047924" lvl="4" indent="-397923" algn="l">
              <a:lnSpc>
                <a:spcPct val="115000"/>
              </a:lnSpc>
              <a:spcBef>
                <a:spcPts val="0"/>
              </a:spcBef>
              <a:spcAft>
                <a:spcPts val="0"/>
              </a:spcAft>
              <a:buSzPts val="1100"/>
              <a:buChar char="○"/>
              <a:defRPr/>
            </a:lvl5pPr>
            <a:lvl6pPr marL="3657509" lvl="5" indent="-397923" algn="l">
              <a:lnSpc>
                <a:spcPct val="115000"/>
              </a:lnSpc>
              <a:spcBef>
                <a:spcPts val="0"/>
              </a:spcBef>
              <a:spcAft>
                <a:spcPts val="0"/>
              </a:spcAft>
              <a:buSzPts val="1100"/>
              <a:buChar char="■"/>
              <a:defRPr/>
            </a:lvl6pPr>
            <a:lvl7pPr marL="4267093" lvl="6" indent="-397923" algn="l">
              <a:lnSpc>
                <a:spcPct val="115000"/>
              </a:lnSpc>
              <a:spcBef>
                <a:spcPts val="0"/>
              </a:spcBef>
              <a:spcAft>
                <a:spcPts val="0"/>
              </a:spcAft>
              <a:buSzPts val="1100"/>
              <a:buChar char="●"/>
              <a:defRPr/>
            </a:lvl7pPr>
            <a:lvl8pPr marL="4876678" lvl="7" indent="-397923" algn="l">
              <a:lnSpc>
                <a:spcPct val="115000"/>
              </a:lnSpc>
              <a:spcBef>
                <a:spcPts val="0"/>
              </a:spcBef>
              <a:spcAft>
                <a:spcPts val="0"/>
              </a:spcAft>
              <a:buSzPts val="1100"/>
              <a:buChar char="○"/>
              <a:defRPr/>
            </a:lvl8pPr>
            <a:lvl9pPr marL="5486263" lvl="8" indent="-397923" algn="l">
              <a:lnSpc>
                <a:spcPct val="115000"/>
              </a:lnSpc>
              <a:spcBef>
                <a:spcPts val="0"/>
              </a:spcBef>
              <a:spcAft>
                <a:spcPts val="0"/>
              </a:spcAft>
              <a:buSzPts val="1100"/>
              <a:buChar char="■"/>
              <a:defRPr/>
            </a:lvl9pPr>
          </a:lstStyle>
          <a:p>
            <a:endParaRPr/>
          </a:p>
        </p:txBody>
      </p:sp>
      <p:sp>
        <p:nvSpPr>
          <p:cNvPr id="61" name="Google Shape;61;p36"/>
          <p:cNvSpPr txBox="1">
            <a:spLocks noGrp="1"/>
          </p:cNvSpPr>
          <p:nvPr>
            <p:ph type="sldNum" idx="12"/>
          </p:nvPr>
        </p:nvSpPr>
        <p:spPr>
          <a:xfrm>
            <a:off x="11381736" y="6333135"/>
            <a:ext cx="731600" cy="524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333"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333"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333"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333"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333"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333"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333"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333"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333" b="0" i="0" u="none" strike="noStrike" cap="none">
                <a:solidFill>
                  <a:schemeClr val="accent1"/>
                </a:solidFill>
                <a:latin typeface="Lato"/>
                <a:ea typeface="Lato"/>
                <a:cs typeface="Lato"/>
                <a:sym typeface="Lato"/>
              </a:defRPr>
            </a:lvl9pPr>
          </a:lstStyle>
          <a:p>
            <a:fld id="{00000000-1234-1234-1234-123412341234}" type="slidenum">
              <a:rPr lang="en-US" smtClean="0"/>
              <a:pPr/>
              <a:t>‹#›</a:t>
            </a:fld>
            <a:endParaRPr lang="en-US"/>
          </a:p>
        </p:txBody>
      </p:sp>
    </p:spTree>
    <p:extLst>
      <p:ext uri="{BB962C8B-B14F-4D97-AF65-F5344CB8AC3E}">
        <p14:creationId xmlns:p14="http://schemas.microsoft.com/office/powerpoint/2010/main" val="359562525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Main point">
  <p:cSld name="Main point">
    <p:bg>
      <p:bgPr>
        <a:solidFill>
          <a:schemeClr val="accent3"/>
        </a:solidFill>
        <a:effectLst/>
      </p:bgPr>
    </p:bg>
    <p:spTree>
      <p:nvGrpSpPr>
        <p:cNvPr id="1" name="Shape 62"/>
        <p:cNvGrpSpPr/>
        <p:nvPr/>
      </p:nvGrpSpPr>
      <p:grpSpPr>
        <a:xfrm>
          <a:off x="0" y="0"/>
          <a:ext cx="0" cy="0"/>
          <a:chOff x="0" y="0"/>
          <a:chExt cx="0" cy="0"/>
        </a:xfrm>
      </p:grpSpPr>
      <p:grpSp>
        <p:nvGrpSpPr>
          <p:cNvPr id="63" name="Google Shape;63;p37"/>
          <p:cNvGrpSpPr/>
          <p:nvPr/>
        </p:nvGrpSpPr>
        <p:grpSpPr>
          <a:xfrm>
            <a:off x="1107190" y="5558840"/>
            <a:ext cx="994351" cy="61101"/>
            <a:chOff x="4580561" y="2589004"/>
            <a:chExt cx="1064464" cy="25200"/>
          </a:xfrm>
        </p:grpSpPr>
        <p:sp>
          <p:nvSpPr>
            <p:cNvPr id="64" name="Google Shape;64;p37"/>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65" name="Google Shape;65;p37"/>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grpSp>
      <p:sp>
        <p:nvSpPr>
          <p:cNvPr id="66" name="Google Shape;66;p37"/>
          <p:cNvSpPr txBox="1">
            <a:spLocks noGrp="1"/>
          </p:cNvSpPr>
          <p:nvPr>
            <p:ph type="title"/>
          </p:nvPr>
        </p:nvSpPr>
        <p:spPr>
          <a:xfrm>
            <a:off x="972600" y="1152400"/>
            <a:ext cx="9361600" cy="39800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Clr>
                <a:schemeClr val="lt1"/>
              </a:buClr>
              <a:buSzPts val="3600"/>
              <a:buNone/>
              <a:defRPr sz="4800">
                <a:solidFill>
                  <a:schemeClr val="lt1"/>
                </a:solidFill>
              </a:defRPr>
            </a:lvl1pPr>
            <a:lvl2pPr lvl="1" algn="l">
              <a:lnSpc>
                <a:spcPct val="100000"/>
              </a:lnSpc>
              <a:spcBef>
                <a:spcPts val="0"/>
              </a:spcBef>
              <a:spcAft>
                <a:spcPts val="0"/>
              </a:spcAft>
              <a:buClr>
                <a:schemeClr val="lt1"/>
              </a:buClr>
              <a:buSzPts val="3600"/>
              <a:buNone/>
              <a:defRPr sz="4800">
                <a:solidFill>
                  <a:schemeClr val="lt1"/>
                </a:solidFill>
              </a:defRPr>
            </a:lvl2pPr>
            <a:lvl3pPr lvl="2" algn="l">
              <a:lnSpc>
                <a:spcPct val="100000"/>
              </a:lnSpc>
              <a:spcBef>
                <a:spcPts val="0"/>
              </a:spcBef>
              <a:spcAft>
                <a:spcPts val="0"/>
              </a:spcAft>
              <a:buClr>
                <a:schemeClr val="lt1"/>
              </a:buClr>
              <a:buSzPts val="3600"/>
              <a:buNone/>
              <a:defRPr sz="4800">
                <a:solidFill>
                  <a:schemeClr val="lt1"/>
                </a:solidFill>
              </a:defRPr>
            </a:lvl3pPr>
            <a:lvl4pPr lvl="3" algn="l">
              <a:lnSpc>
                <a:spcPct val="100000"/>
              </a:lnSpc>
              <a:spcBef>
                <a:spcPts val="0"/>
              </a:spcBef>
              <a:spcAft>
                <a:spcPts val="0"/>
              </a:spcAft>
              <a:buClr>
                <a:schemeClr val="lt1"/>
              </a:buClr>
              <a:buSzPts val="3600"/>
              <a:buNone/>
              <a:defRPr sz="4800">
                <a:solidFill>
                  <a:schemeClr val="lt1"/>
                </a:solidFill>
              </a:defRPr>
            </a:lvl4pPr>
            <a:lvl5pPr lvl="4" algn="l">
              <a:lnSpc>
                <a:spcPct val="100000"/>
              </a:lnSpc>
              <a:spcBef>
                <a:spcPts val="0"/>
              </a:spcBef>
              <a:spcAft>
                <a:spcPts val="0"/>
              </a:spcAft>
              <a:buClr>
                <a:schemeClr val="lt1"/>
              </a:buClr>
              <a:buSzPts val="3600"/>
              <a:buNone/>
              <a:defRPr sz="4800">
                <a:solidFill>
                  <a:schemeClr val="lt1"/>
                </a:solidFill>
              </a:defRPr>
            </a:lvl5pPr>
            <a:lvl6pPr lvl="5" algn="l">
              <a:lnSpc>
                <a:spcPct val="100000"/>
              </a:lnSpc>
              <a:spcBef>
                <a:spcPts val="0"/>
              </a:spcBef>
              <a:spcAft>
                <a:spcPts val="0"/>
              </a:spcAft>
              <a:buClr>
                <a:schemeClr val="lt1"/>
              </a:buClr>
              <a:buSzPts val="3600"/>
              <a:buNone/>
              <a:defRPr sz="4800">
                <a:solidFill>
                  <a:schemeClr val="lt1"/>
                </a:solidFill>
              </a:defRPr>
            </a:lvl6pPr>
            <a:lvl7pPr lvl="6" algn="l">
              <a:lnSpc>
                <a:spcPct val="100000"/>
              </a:lnSpc>
              <a:spcBef>
                <a:spcPts val="0"/>
              </a:spcBef>
              <a:spcAft>
                <a:spcPts val="0"/>
              </a:spcAft>
              <a:buClr>
                <a:schemeClr val="lt1"/>
              </a:buClr>
              <a:buSzPts val="3600"/>
              <a:buNone/>
              <a:defRPr sz="4800">
                <a:solidFill>
                  <a:schemeClr val="lt1"/>
                </a:solidFill>
              </a:defRPr>
            </a:lvl7pPr>
            <a:lvl8pPr lvl="7" algn="l">
              <a:lnSpc>
                <a:spcPct val="100000"/>
              </a:lnSpc>
              <a:spcBef>
                <a:spcPts val="0"/>
              </a:spcBef>
              <a:spcAft>
                <a:spcPts val="0"/>
              </a:spcAft>
              <a:buClr>
                <a:schemeClr val="lt1"/>
              </a:buClr>
              <a:buSzPts val="3600"/>
              <a:buNone/>
              <a:defRPr sz="4800">
                <a:solidFill>
                  <a:schemeClr val="lt1"/>
                </a:solidFill>
              </a:defRPr>
            </a:lvl8pPr>
            <a:lvl9pPr lvl="8" algn="l">
              <a:lnSpc>
                <a:spcPct val="100000"/>
              </a:lnSpc>
              <a:spcBef>
                <a:spcPts val="0"/>
              </a:spcBef>
              <a:spcAft>
                <a:spcPts val="0"/>
              </a:spcAft>
              <a:buClr>
                <a:schemeClr val="lt1"/>
              </a:buClr>
              <a:buSzPts val="3600"/>
              <a:buNone/>
              <a:defRPr sz="4800">
                <a:solidFill>
                  <a:schemeClr val="lt1"/>
                </a:solidFill>
              </a:defRPr>
            </a:lvl9pPr>
          </a:lstStyle>
          <a:p>
            <a:endParaRPr/>
          </a:p>
        </p:txBody>
      </p:sp>
      <p:sp>
        <p:nvSpPr>
          <p:cNvPr id="67" name="Google Shape;67;p37"/>
          <p:cNvSpPr txBox="1">
            <a:spLocks noGrp="1"/>
          </p:cNvSpPr>
          <p:nvPr>
            <p:ph type="sldNum" idx="12"/>
          </p:nvPr>
        </p:nvSpPr>
        <p:spPr>
          <a:xfrm>
            <a:off x="11381736" y="6333135"/>
            <a:ext cx="731600" cy="524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333" b="0" i="0" u="none" strike="noStrike" cap="none">
                <a:solidFill>
                  <a:schemeClr val="l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333" b="0" i="0" u="none" strike="noStrike" cap="none">
                <a:solidFill>
                  <a:schemeClr val="l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333" b="0" i="0" u="none" strike="noStrike" cap="none">
                <a:solidFill>
                  <a:schemeClr val="l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333" b="0" i="0" u="none" strike="noStrike" cap="none">
                <a:solidFill>
                  <a:schemeClr val="l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333" b="0" i="0" u="none" strike="noStrike" cap="none">
                <a:solidFill>
                  <a:schemeClr val="l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333" b="0" i="0" u="none" strike="noStrike" cap="none">
                <a:solidFill>
                  <a:schemeClr val="l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333" b="0" i="0" u="none" strike="noStrike" cap="none">
                <a:solidFill>
                  <a:schemeClr val="l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333" b="0" i="0" u="none" strike="noStrike" cap="none">
                <a:solidFill>
                  <a:schemeClr val="l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333" b="0" i="0" u="none" strike="noStrike" cap="none">
                <a:solidFill>
                  <a:schemeClr val="lt1"/>
                </a:solidFill>
                <a:latin typeface="Lato"/>
                <a:ea typeface="Lato"/>
                <a:cs typeface="Lato"/>
                <a:sym typeface="Lato"/>
              </a:defRPr>
            </a:lvl9pPr>
          </a:lstStyle>
          <a:p>
            <a:fld id="{00000000-1234-1234-1234-123412341234}" type="slidenum">
              <a:rPr lang="en-US" smtClean="0"/>
              <a:pPr/>
              <a:t>‹#›</a:t>
            </a:fld>
            <a:endParaRPr lang="en-US"/>
          </a:p>
        </p:txBody>
      </p:sp>
    </p:spTree>
    <p:extLst>
      <p:ext uri="{BB962C8B-B14F-4D97-AF65-F5344CB8AC3E}">
        <p14:creationId xmlns:p14="http://schemas.microsoft.com/office/powerpoint/2010/main" val="307237981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68"/>
        <p:cNvGrpSpPr/>
        <p:nvPr/>
      </p:nvGrpSpPr>
      <p:grpSpPr>
        <a:xfrm>
          <a:off x="0" y="0"/>
          <a:ext cx="0" cy="0"/>
          <a:chOff x="0" y="0"/>
          <a:chExt cx="0" cy="0"/>
        </a:xfrm>
      </p:grpSpPr>
      <p:sp>
        <p:nvSpPr>
          <p:cNvPr id="69" name="Google Shape;69;p38"/>
          <p:cNvSpPr/>
          <p:nvPr/>
        </p:nvSpPr>
        <p:spPr>
          <a:xfrm>
            <a:off x="0" y="0"/>
            <a:ext cx="6096000" cy="6858000"/>
          </a:xfrm>
          <a:prstGeom prst="rect">
            <a:avLst/>
          </a:prstGeom>
          <a:solidFill>
            <a:schemeClr val="lt2"/>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grpSp>
        <p:nvGrpSpPr>
          <p:cNvPr id="70" name="Google Shape;70;p38"/>
          <p:cNvGrpSpPr/>
          <p:nvPr/>
        </p:nvGrpSpPr>
        <p:grpSpPr>
          <a:xfrm>
            <a:off x="1107190" y="1588342"/>
            <a:ext cx="994351" cy="61101"/>
            <a:chOff x="4580561" y="2589004"/>
            <a:chExt cx="1064464" cy="25200"/>
          </a:xfrm>
        </p:grpSpPr>
        <p:sp>
          <p:nvSpPr>
            <p:cNvPr id="71" name="Google Shape;71;p38"/>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72" name="Google Shape;72;p38"/>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grpSp>
      <p:sp>
        <p:nvSpPr>
          <p:cNvPr id="73" name="Google Shape;73;p38"/>
          <p:cNvSpPr txBox="1">
            <a:spLocks noGrp="1"/>
          </p:cNvSpPr>
          <p:nvPr>
            <p:ph type="title"/>
          </p:nvPr>
        </p:nvSpPr>
        <p:spPr>
          <a:xfrm>
            <a:off x="973333" y="1758200"/>
            <a:ext cx="4401200" cy="22496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600"/>
              <a:buNone/>
              <a:defRPr sz="3467"/>
            </a:lvl1pPr>
            <a:lvl2pPr lvl="1" algn="l">
              <a:lnSpc>
                <a:spcPct val="100000"/>
              </a:lnSpc>
              <a:spcBef>
                <a:spcPts val="0"/>
              </a:spcBef>
              <a:spcAft>
                <a:spcPts val="0"/>
              </a:spcAft>
              <a:buSzPts val="2600"/>
              <a:buNone/>
              <a:defRPr sz="3467"/>
            </a:lvl2pPr>
            <a:lvl3pPr lvl="2" algn="l">
              <a:lnSpc>
                <a:spcPct val="100000"/>
              </a:lnSpc>
              <a:spcBef>
                <a:spcPts val="0"/>
              </a:spcBef>
              <a:spcAft>
                <a:spcPts val="0"/>
              </a:spcAft>
              <a:buSzPts val="2600"/>
              <a:buNone/>
              <a:defRPr sz="3467"/>
            </a:lvl3pPr>
            <a:lvl4pPr lvl="3" algn="l">
              <a:lnSpc>
                <a:spcPct val="100000"/>
              </a:lnSpc>
              <a:spcBef>
                <a:spcPts val="0"/>
              </a:spcBef>
              <a:spcAft>
                <a:spcPts val="0"/>
              </a:spcAft>
              <a:buSzPts val="2600"/>
              <a:buNone/>
              <a:defRPr sz="3467"/>
            </a:lvl4pPr>
            <a:lvl5pPr lvl="4" algn="l">
              <a:lnSpc>
                <a:spcPct val="100000"/>
              </a:lnSpc>
              <a:spcBef>
                <a:spcPts val="0"/>
              </a:spcBef>
              <a:spcAft>
                <a:spcPts val="0"/>
              </a:spcAft>
              <a:buSzPts val="2600"/>
              <a:buNone/>
              <a:defRPr sz="3467"/>
            </a:lvl5pPr>
            <a:lvl6pPr lvl="5" algn="l">
              <a:lnSpc>
                <a:spcPct val="100000"/>
              </a:lnSpc>
              <a:spcBef>
                <a:spcPts val="0"/>
              </a:spcBef>
              <a:spcAft>
                <a:spcPts val="0"/>
              </a:spcAft>
              <a:buSzPts val="2600"/>
              <a:buNone/>
              <a:defRPr sz="3467"/>
            </a:lvl6pPr>
            <a:lvl7pPr lvl="6" algn="l">
              <a:lnSpc>
                <a:spcPct val="100000"/>
              </a:lnSpc>
              <a:spcBef>
                <a:spcPts val="0"/>
              </a:spcBef>
              <a:spcAft>
                <a:spcPts val="0"/>
              </a:spcAft>
              <a:buSzPts val="2600"/>
              <a:buNone/>
              <a:defRPr sz="3467"/>
            </a:lvl7pPr>
            <a:lvl8pPr lvl="7" algn="l">
              <a:lnSpc>
                <a:spcPct val="100000"/>
              </a:lnSpc>
              <a:spcBef>
                <a:spcPts val="0"/>
              </a:spcBef>
              <a:spcAft>
                <a:spcPts val="0"/>
              </a:spcAft>
              <a:buSzPts val="2600"/>
              <a:buNone/>
              <a:defRPr sz="3467"/>
            </a:lvl8pPr>
            <a:lvl9pPr lvl="8" algn="l">
              <a:lnSpc>
                <a:spcPct val="100000"/>
              </a:lnSpc>
              <a:spcBef>
                <a:spcPts val="0"/>
              </a:spcBef>
              <a:spcAft>
                <a:spcPts val="0"/>
              </a:spcAft>
              <a:buSzPts val="2600"/>
              <a:buNone/>
              <a:defRPr sz="3467"/>
            </a:lvl9pPr>
          </a:lstStyle>
          <a:p>
            <a:endParaRPr/>
          </a:p>
        </p:txBody>
      </p:sp>
      <p:sp>
        <p:nvSpPr>
          <p:cNvPr id="74" name="Google Shape;74;p38"/>
          <p:cNvSpPr txBox="1">
            <a:spLocks noGrp="1"/>
          </p:cNvSpPr>
          <p:nvPr>
            <p:ph type="subTitle" idx="1"/>
          </p:nvPr>
        </p:nvSpPr>
        <p:spPr>
          <a:xfrm>
            <a:off x="966600" y="4215367"/>
            <a:ext cx="4401200" cy="10120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1600"/>
              <a:buNone/>
              <a:defRPr sz="2133"/>
            </a:lvl1pPr>
            <a:lvl2pPr lvl="1" algn="l">
              <a:lnSpc>
                <a:spcPct val="100000"/>
              </a:lnSpc>
              <a:spcBef>
                <a:spcPts val="0"/>
              </a:spcBef>
              <a:spcAft>
                <a:spcPts val="0"/>
              </a:spcAft>
              <a:buSzPts val="1600"/>
              <a:buNone/>
              <a:defRPr sz="2133"/>
            </a:lvl2pPr>
            <a:lvl3pPr lvl="2" algn="l">
              <a:lnSpc>
                <a:spcPct val="100000"/>
              </a:lnSpc>
              <a:spcBef>
                <a:spcPts val="0"/>
              </a:spcBef>
              <a:spcAft>
                <a:spcPts val="0"/>
              </a:spcAft>
              <a:buSzPts val="1600"/>
              <a:buNone/>
              <a:defRPr sz="2133"/>
            </a:lvl3pPr>
            <a:lvl4pPr lvl="3" algn="l">
              <a:lnSpc>
                <a:spcPct val="100000"/>
              </a:lnSpc>
              <a:spcBef>
                <a:spcPts val="0"/>
              </a:spcBef>
              <a:spcAft>
                <a:spcPts val="0"/>
              </a:spcAft>
              <a:buSzPts val="1600"/>
              <a:buNone/>
              <a:defRPr sz="2133"/>
            </a:lvl4pPr>
            <a:lvl5pPr lvl="4" algn="l">
              <a:lnSpc>
                <a:spcPct val="100000"/>
              </a:lnSpc>
              <a:spcBef>
                <a:spcPts val="0"/>
              </a:spcBef>
              <a:spcAft>
                <a:spcPts val="0"/>
              </a:spcAft>
              <a:buSzPts val="1600"/>
              <a:buNone/>
              <a:defRPr sz="2133"/>
            </a:lvl5pPr>
            <a:lvl6pPr lvl="5" algn="l">
              <a:lnSpc>
                <a:spcPct val="100000"/>
              </a:lnSpc>
              <a:spcBef>
                <a:spcPts val="0"/>
              </a:spcBef>
              <a:spcAft>
                <a:spcPts val="0"/>
              </a:spcAft>
              <a:buSzPts val="1600"/>
              <a:buNone/>
              <a:defRPr sz="2133"/>
            </a:lvl6pPr>
            <a:lvl7pPr lvl="6" algn="l">
              <a:lnSpc>
                <a:spcPct val="100000"/>
              </a:lnSpc>
              <a:spcBef>
                <a:spcPts val="0"/>
              </a:spcBef>
              <a:spcAft>
                <a:spcPts val="0"/>
              </a:spcAft>
              <a:buSzPts val="1600"/>
              <a:buNone/>
              <a:defRPr sz="2133"/>
            </a:lvl7pPr>
            <a:lvl8pPr lvl="7" algn="l">
              <a:lnSpc>
                <a:spcPct val="100000"/>
              </a:lnSpc>
              <a:spcBef>
                <a:spcPts val="0"/>
              </a:spcBef>
              <a:spcAft>
                <a:spcPts val="0"/>
              </a:spcAft>
              <a:buSzPts val="1600"/>
              <a:buNone/>
              <a:defRPr sz="2133"/>
            </a:lvl8pPr>
            <a:lvl9pPr lvl="8" algn="l">
              <a:lnSpc>
                <a:spcPct val="100000"/>
              </a:lnSpc>
              <a:spcBef>
                <a:spcPts val="0"/>
              </a:spcBef>
              <a:spcAft>
                <a:spcPts val="0"/>
              </a:spcAft>
              <a:buSzPts val="1600"/>
              <a:buNone/>
              <a:defRPr sz="2133"/>
            </a:lvl9pPr>
          </a:lstStyle>
          <a:p>
            <a:endParaRPr/>
          </a:p>
        </p:txBody>
      </p:sp>
      <p:sp>
        <p:nvSpPr>
          <p:cNvPr id="75" name="Google Shape;75;p38"/>
          <p:cNvSpPr txBox="1">
            <a:spLocks noGrp="1"/>
          </p:cNvSpPr>
          <p:nvPr>
            <p:ph type="body" idx="2"/>
          </p:nvPr>
        </p:nvSpPr>
        <p:spPr>
          <a:xfrm>
            <a:off x="6898967" y="1803500"/>
            <a:ext cx="4499200" cy="4034000"/>
          </a:xfrm>
          <a:prstGeom prst="rect">
            <a:avLst/>
          </a:prstGeom>
          <a:noFill/>
          <a:ln>
            <a:noFill/>
          </a:ln>
        </p:spPr>
        <p:txBody>
          <a:bodyPr spcFirstLastPara="1" wrap="square" lIns="91425" tIns="91425" rIns="91425" bIns="91425" anchor="t" anchorCtr="0">
            <a:normAutofit/>
          </a:bodyPr>
          <a:lstStyle>
            <a:lvl1pPr marL="609585" lvl="0" indent="-414856" algn="l">
              <a:lnSpc>
                <a:spcPct val="115000"/>
              </a:lnSpc>
              <a:spcBef>
                <a:spcPts val="0"/>
              </a:spcBef>
              <a:spcAft>
                <a:spcPts val="0"/>
              </a:spcAft>
              <a:buSzPts val="1300"/>
              <a:buChar char="●"/>
              <a:defRPr/>
            </a:lvl1pPr>
            <a:lvl2pPr marL="1219170" lvl="1" indent="-397923" algn="l">
              <a:lnSpc>
                <a:spcPct val="115000"/>
              </a:lnSpc>
              <a:spcBef>
                <a:spcPts val="0"/>
              </a:spcBef>
              <a:spcAft>
                <a:spcPts val="0"/>
              </a:spcAft>
              <a:buSzPts val="1100"/>
              <a:buChar char="○"/>
              <a:defRPr/>
            </a:lvl2pPr>
            <a:lvl3pPr marL="1828754" lvl="2" indent="-397923" algn="l">
              <a:lnSpc>
                <a:spcPct val="115000"/>
              </a:lnSpc>
              <a:spcBef>
                <a:spcPts val="0"/>
              </a:spcBef>
              <a:spcAft>
                <a:spcPts val="0"/>
              </a:spcAft>
              <a:buSzPts val="1100"/>
              <a:buChar char="■"/>
              <a:defRPr/>
            </a:lvl3pPr>
            <a:lvl4pPr marL="2438339" lvl="3" indent="-397923" algn="l">
              <a:lnSpc>
                <a:spcPct val="115000"/>
              </a:lnSpc>
              <a:spcBef>
                <a:spcPts val="0"/>
              </a:spcBef>
              <a:spcAft>
                <a:spcPts val="0"/>
              </a:spcAft>
              <a:buSzPts val="1100"/>
              <a:buChar char="●"/>
              <a:defRPr/>
            </a:lvl4pPr>
            <a:lvl5pPr marL="3047924" lvl="4" indent="-397923" algn="l">
              <a:lnSpc>
                <a:spcPct val="115000"/>
              </a:lnSpc>
              <a:spcBef>
                <a:spcPts val="0"/>
              </a:spcBef>
              <a:spcAft>
                <a:spcPts val="0"/>
              </a:spcAft>
              <a:buSzPts val="1100"/>
              <a:buChar char="○"/>
              <a:defRPr/>
            </a:lvl5pPr>
            <a:lvl6pPr marL="3657509" lvl="5" indent="-397923" algn="l">
              <a:lnSpc>
                <a:spcPct val="115000"/>
              </a:lnSpc>
              <a:spcBef>
                <a:spcPts val="0"/>
              </a:spcBef>
              <a:spcAft>
                <a:spcPts val="0"/>
              </a:spcAft>
              <a:buSzPts val="1100"/>
              <a:buChar char="■"/>
              <a:defRPr/>
            </a:lvl6pPr>
            <a:lvl7pPr marL="4267093" lvl="6" indent="-397923" algn="l">
              <a:lnSpc>
                <a:spcPct val="115000"/>
              </a:lnSpc>
              <a:spcBef>
                <a:spcPts val="0"/>
              </a:spcBef>
              <a:spcAft>
                <a:spcPts val="0"/>
              </a:spcAft>
              <a:buSzPts val="1100"/>
              <a:buChar char="●"/>
              <a:defRPr/>
            </a:lvl7pPr>
            <a:lvl8pPr marL="4876678" lvl="7" indent="-397923" algn="l">
              <a:lnSpc>
                <a:spcPct val="115000"/>
              </a:lnSpc>
              <a:spcBef>
                <a:spcPts val="0"/>
              </a:spcBef>
              <a:spcAft>
                <a:spcPts val="0"/>
              </a:spcAft>
              <a:buSzPts val="1100"/>
              <a:buChar char="○"/>
              <a:defRPr/>
            </a:lvl8pPr>
            <a:lvl9pPr marL="5486263" lvl="8" indent="-397923" algn="l">
              <a:lnSpc>
                <a:spcPct val="115000"/>
              </a:lnSpc>
              <a:spcBef>
                <a:spcPts val="0"/>
              </a:spcBef>
              <a:spcAft>
                <a:spcPts val="0"/>
              </a:spcAft>
              <a:buSzPts val="1100"/>
              <a:buChar char="■"/>
              <a:defRPr/>
            </a:lvl9pPr>
          </a:lstStyle>
          <a:p>
            <a:endParaRPr/>
          </a:p>
        </p:txBody>
      </p:sp>
      <p:sp>
        <p:nvSpPr>
          <p:cNvPr id="76" name="Google Shape;76;p38"/>
          <p:cNvSpPr txBox="1">
            <a:spLocks noGrp="1"/>
          </p:cNvSpPr>
          <p:nvPr>
            <p:ph type="sldNum" idx="12"/>
          </p:nvPr>
        </p:nvSpPr>
        <p:spPr>
          <a:xfrm>
            <a:off x="11381736" y="6333135"/>
            <a:ext cx="731600" cy="524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333"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333"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333"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333"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333"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333"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333"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333"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333" b="0" i="0" u="none" strike="noStrike" cap="none">
                <a:solidFill>
                  <a:schemeClr val="accent1"/>
                </a:solidFill>
                <a:latin typeface="Lato"/>
                <a:ea typeface="Lato"/>
                <a:cs typeface="Lato"/>
                <a:sym typeface="Lato"/>
              </a:defRPr>
            </a:lvl9pPr>
          </a:lstStyle>
          <a:p>
            <a:fld id="{00000000-1234-1234-1234-123412341234}" type="slidenum">
              <a:rPr lang="en-US" smtClean="0"/>
              <a:pPr/>
              <a:t>‹#›</a:t>
            </a:fld>
            <a:endParaRPr lang="en-US"/>
          </a:p>
        </p:txBody>
      </p:sp>
    </p:spTree>
    <p:extLst>
      <p:ext uri="{BB962C8B-B14F-4D97-AF65-F5344CB8AC3E}">
        <p14:creationId xmlns:p14="http://schemas.microsoft.com/office/powerpoint/2010/main" val="147759997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77"/>
        <p:cNvGrpSpPr/>
        <p:nvPr/>
      </p:nvGrpSpPr>
      <p:grpSpPr>
        <a:xfrm>
          <a:off x="0" y="0"/>
          <a:ext cx="0" cy="0"/>
          <a:chOff x="0" y="0"/>
          <a:chExt cx="0" cy="0"/>
        </a:xfrm>
      </p:grpSpPr>
      <p:sp>
        <p:nvSpPr>
          <p:cNvPr id="78" name="Google Shape;78;p39"/>
          <p:cNvSpPr txBox="1">
            <a:spLocks noGrp="1"/>
          </p:cNvSpPr>
          <p:nvPr>
            <p:ph type="body" idx="1"/>
          </p:nvPr>
        </p:nvSpPr>
        <p:spPr>
          <a:xfrm>
            <a:off x="966600" y="5830068"/>
            <a:ext cx="10263200" cy="614000"/>
          </a:xfrm>
          <a:prstGeom prst="rect">
            <a:avLst/>
          </a:prstGeom>
          <a:noFill/>
          <a:ln>
            <a:noFill/>
          </a:ln>
        </p:spPr>
        <p:txBody>
          <a:bodyPr spcFirstLastPara="1" wrap="square" lIns="91425" tIns="91425" rIns="91425" bIns="91425" anchor="ctr" anchorCtr="0">
            <a:normAutofit/>
          </a:bodyPr>
          <a:lstStyle>
            <a:lvl1pPr marL="609585" lvl="0" indent="-304792" algn="l">
              <a:lnSpc>
                <a:spcPct val="100000"/>
              </a:lnSpc>
              <a:spcBef>
                <a:spcPts val="0"/>
              </a:spcBef>
              <a:spcAft>
                <a:spcPts val="0"/>
              </a:spcAft>
              <a:buSzPts val="1300"/>
              <a:buNone/>
              <a:defRPr/>
            </a:lvl1pPr>
          </a:lstStyle>
          <a:p>
            <a:endParaRPr/>
          </a:p>
        </p:txBody>
      </p:sp>
      <p:sp>
        <p:nvSpPr>
          <p:cNvPr id="79" name="Google Shape;79;p39"/>
          <p:cNvSpPr txBox="1">
            <a:spLocks noGrp="1"/>
          </p:cNvSpPr>
          <p:nvPr>
            <p:ph type="sldNum" idx="12"/>
          </p:nvPr>
        </p:nvSpPr>
        <p:spPr>
          <a:xfrm>
            <a:off x="11381736" y="6333135"/>
            <a:ext cx="731600" cy="524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333"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333"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333"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333"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333"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333"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333"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333"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333" b="0" i="0" u="none" strike="noStrike" cap="none">
                <a:solidFill>
                  <a:schemeClr val="accent1"/>
                </a:solidFill>
                <a:latin typeface="Lato"/>
                <a:ea typeface="Lato"/>
                <a:cs typeface="Lato"/>
                <a:sym typeface="Lato"/>
              </a:defRPr>
            </a:lvl9pPr>
          </a:lstStyle>
          <a:p>
            <a:fld id="{00000000-1234-1234-1234-123412341234}" type="slidenum">
              <a:rPr lang="en-US" smtClean="0"/>
              <a:pPr/>
              <a:t>‹#›</a:t>
            </a:fld>
            <a:endParaRPr lang="en-US"/>
          </a:p>
        </p:txBody>
      </p:sp>
    </p:spTree>
    <p:extLst>
      <p:ext uri="{BB962C8B-B14F-4D97-AF65-F5344CB8AC3E}">
        <p14:creationId xmlns:p14="http://schemas.microsoft.com/office/powerpoint/2010/main" val="98427983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Big number">
  <p:cSld name="Big number">
    <p:bg>
      <p:bgPr>
        <a:solidFill>
          <a:schemeClr val="dk1"/>
        </a:solidFill>
        <a:effectLst/>
      </p:bgPr>
    </p:bg>
    <p:spTree>
      <p:nvGrpSpPr>
        <p:cNvPr id="1" name="Shape 80"/>
        <p:cNvGrpSpPr/>
        <p:nvPr/>
      </p:nvGrpSpPr>
      <p:grpSpPr>
        <a:xfrm>
          <a:off x="0" y="0"/>
          <a:ext cx="0" cy="0"/>
          <a:chOff x="0" y="0"/>
          <a:chExt cx="0" cy="0"/>
        </a:xfrm>
      </p:grpSpPr>
      <p:grpSp>
        <p:nvGrpSpPr>
          <p:cNvPr id="81" name="Google Shape;81;p40"/>
          <p:cNvGrpSpPr/>
          <p:nvPr/>
        </p:nvGrpSpPr>
        <p:grpSpPr>
          <a:xfrm>
            <a:off x="1107190" y="5558840"/>
            <a:ext cx="994351" cy="61101"/>
            <a:chOff x="4580561" y="2589004"/>
            <a:chExt cx="1064464" cy="25200"/>
          </a:xfrm>
        </p:grpSpPr>
        <p:sp>
          <p:nvSpPr>
            <p:cNvPr id="82" name="Google Shape;82;p40"/>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83" name="Google Shape;83;p40"/>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grpSp>
      <p:sp>
        <p:nvSpPr>
          <p:cNvPr id="84" name="Google Shape;84;p40"/>
          <p:cNvSpPr txBox="1">
            <a:spLocks noGrp="1"/>
          </p:cNvSpPr>
          <p:nvPr>
            <p:ph type="title" hasCustomPrompt="1"/>
          </p:nvPr>
        </p:nvSpPr>
        <p:spPr>
          <a:xfrm>
            <a:off x="972600" y="978600"/>
            <a:ext cx="10251200" cy="16596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Clr>
                <a:schemeClr val="lt1"/>
              </a:buClr>
              <a:buSzPts val="8000"/>
              <a:buNone/>
              <a:defRPr sz="10666">
                <a:solidFill>
                  <a:schemeClr val="lt1"/>
                </a:solidFill>
              </a:defRPr>
            </a:lvl1pPr>
            <a:lvl2pPr lvl="1" algn="l">
              <a:lnSpc>
                <a:spcPct val="100000"/>
              </a:lnSpc>
              <a:spcBef>
                <a:spcPts val="0"/>
              </a:spcBef>
              <a:spcAft>
                <a:spcPts val="0"/>
              </a:spcAft>
              <a:buClr>
                <a:schemeClr val="lt1"/>
              </a:buClr>
              <a:buSzPts val="8000"/>
              <a:buNone/>
              <a:defRPr sz="10666">
                <a:solidFill>
                  <a:schemeClr val="lt1"/>
                </a:solidFill>
              </a:defRPr>
            </a:lvl2pPr>
            <a:lvl3pPr lvl="2" algn="l">
              <a:lnSpc>
                <a:spcPct val="100000"/>
              </a:lnSpc>
              <a:spcBef>
                <a:spcPts val="0"/>
              </a:spcBef>
              <a:spcAft>
                <a:spcPts val="0"/>
              </a:spcAft>
              <a:buClr>
                <a:schemeClr val="lt1"/>
              </a:buClr>
              <a:buSzPts val="8000"/>
              <a:buNone/>
              <a:defRPr sz="10666">
                <a:solidFill>
                  <a:schemeClr val="lt1"/>
                </a:solidFill>
              </a:defRPr>
            </a:lvl3pPr>
            <a:lvl4pPr lvl="3" algn="l">
              <a:lnSpc>
                <a:spcPct val="100000"/>
              </a:lnSpc>
              <a:spcBef>
                <a:spcPts val="0"/>
              </a:spcBef>
              <a:spcAft>
                <a:spcPts val="0"/>
              </a:spcAft>
              <a:buClr>
                <a:schemeClr val="lt1"/>
              </a:buClr>
              <a:buSzPts val="8000"/>
              <a:buNone/>
              <a:defRPr sz="10666">
                <a:solidFill>
                  <a:schemeClr val="lt1"/>
                </a:solidFill>
              </a:defRPr>
            </a:lvl4pPr>
            <a:lvl5pPr lvl="4" algn="l">
              <a:lnSpc>
                <a:spcPct val="100000"/>
              </a:lnSpc>
              <a:spcBef>
                <a:spcPts val="0"/>
              </a:spcBef>
              <a:spcAft>
                <a:spcPts val="0"/>
              </a:spcAft>
              <a:buClr>
                <a:schemeClr val="lt1"/>
              </a:buClr>
              <a:buSzPts val="8000"/>
              <a:buNone/>
              <a:defRPr sz="10666">
                <a:solidFill>
                  <a:schemeClr val="lt1"/>
                </a:solidFill>
              </a:defRPr>
            </a:lvl5pPr>
            <a:lvl6pPr lvl="5" algn="l">
              <a:lnSpc>
                <a:spcPct val="100000"/>
              </a:lnSpc>
              <a:spcBef>
                <a:spcPts val="0"/>
              </a:spcBef>
              <a:spcAft>
                <a:spcPts val="0"/>
              </a:spcAft>
              <a:buClr>
                <a:schemeClr val="lt1"/>
              </a:buClr>
              <a:buSzPts val="8000"/>
              <a:buNone/>
              <a:defRPr sz="10666">
                <a:solidFill>
                  <a:schemeClr val="lt1"/>
                </a:solidFill>
              </a:defRPr>
            </a:lvl6pPr>
            <a:lvl7pPr lvl="6" algn="l">
              <a:lnSpc>
                <a:spcPct val="100000"/>
              </a:lnSpc>
              <a:spcBef>
                <a:spcPts val="0"/>
              </a:spcBef>
              <a:spcAft>
                <a:spcPts val="0"/>
              </a:spcAft>
              <a:buClr>
                <a:schemeClr val="lt1"/>
              </a:buClr>
              <a:buSzPts val="8000"/>
              <a:buNone/>
              <a:defRPr sz="10666">
                <a:solidFill>
                  <a:schemeClr val="lt1"/>
                </a:solidFill>
              </a:defRPr>
            </a:lvl7pPr>
            <a:lvl8pPr lvl="7" algn="l">
              <a:lnSpc>
                <a:spcPct val="100000"/>
              </a:lnSpc>
              <a:spcBef>
                <a:spcPts val="0"/>
              </a:spcBef>
              <a:spcAft>
                <a:spcPts val="0"/>
              </a:spcAft>
              <a:buClr>
                <a:schemeClr val="lt1"/>
              </a:buClr>
              <a:buSzPts val="8000"/>
              <a:buNone/>
              <a:defRPr sz="10666">
                <a:solidFill>
                  <a:schemeClr val="lt1"/>
                </a:solidFill>
              </a:defRPr>
            </a:lvl8pPr>
            <a:lvl9pPr lvl="8" algn="l">
              <a:lnSpc>
                <a:spcPct val="100000"/>
              </a:lnSpc>
              <a:spcBef>
                <a:spcPts val="0"/>
              </a:spcBef>
              <a:spcAft>
                <a:spcPts val="0"/>
              </a:spcAft>
              <a:buClr>
                <a:schemeClr val="lt1"/>
              </a:buClr>
              <a:buSzPts val="8000"/>
              <a:buNone/>
              <a:defRPr sz="10666">
                <a:solidFill>
                  <a:schemeClr val="lt1"/>
                </a:solidFill>
              </a:defRPr>
            </a:lvl9pPr>
          </a:lstStyle>
          <a:p>
            <a:r>
              <a:t>xx%</a:t>
            </a:r>
          </a:p>
        </p:txBody>
      </p:sp>
      <p:sp>
        <p:nvSpPr>
          <p:cNvPr id="85" name="Google Shape;85;p40"/>
          <p:cNvSpPr txBox="1">
            <a:spLocks noGrp="1"/>
          </p:cNvSpPr>
          <p:nvPr>
            <p:ph type="body" idx="1"/>
          </p:nvPr>
        </p:nvSpPr>
        <p:spPr>
          <a:xfrm>
            <a:off x="972600" y="3030517"/>
            <a:ext cx="10251200" cy="2107200"/>
          </a:xfrm>
          <a:prstGeom prst="rect">
            <a:avLst/>
          </a:prstGeom>
          <a:noFill/>
          <a:ln>
            <a:noFill/>
          </a:ln>
        </p:spPr>
        <p:txBody>
          <a:bodyPr spcFirstLastPara="1" wrap="square" lIns="91425" tIns="91425" rIns="91425" bIns="91425" anchor="t" anchorCtr="0">
            <a:normAutofit/>
          </a:bodyPr>
          <a:lstStyle>
            <a:lvl1pPr marL="609585" lvl="0" indent="-414856" algn="l">
              <a:lnSpc>
                <a:spcPct val="115000"/>
              </a:lnSpc>
              <a:spcBef>
                <a:spcPts val="0"/>
              </a:spcBef>
              <a:spcAft>
                <a:spcPts val="0"/>
              </a:spcAft>
              <a:buClr>
                <a:schemeClr val="lt1"/>
              </a:buClr>
              <a:buSzPts val="1300"/>
              <a:buChar char="●"/>
              <a:defRPr>
                <a:solidFill>
                  <a:schemeClr val="lt1"/>
                </a:solidFill>
              </a:defRPr>
            </a:lvl1pPr>
            <a:lvl2pPr marL="1219170" lvl="1" indent="-397923" algn="l">
              <a:lnSpc>
                <a:spcPct val="115000"/>
              </a:lnSpc>
              <a:spcBef>
                <a:spcPts val="0"/>
              </a:spcBef>
              <a:spcAft>
                <a:spcPts val="0"/>
              </a:spcAft>
              <a:buClr>
                <a:schemeClr val="lt1"/>
              </a:buClr>
              <a:buSzPts val="1100"/>
              <a:buChar char="○"/>
              <a:defRPr>
                <a:solidFill>
                  <a:schemeClr val="lt1"/>
                </a:solidFill>
              </a:defRPr>
            </a:lvl2pPr>
            <a:lvl3pPr marL="1828754" lvl="2" indent="-397923" algn="l">
              <a:lnSpc>
                <a:spcPct val="115000"/>
              </a:lnSpc>
              <a:spcBef>
                <a:spcPts val="0"/>
              </a:spcBef>
              <a:spcAft>
                <a:spcPts val="0"/>
              </a:spcAft>
              <a:buClr>
                <a:schemeClr val="lt1"/>
              </a:buClr>
              <a:buSzPts val="1100"/>
              <a:buChar char="■"/>
              <a:defRPr>
                <a:solidFill>
                  <a:schemeClr val="lt1"/>
                </a:solidFill>
              </a:defRPr>
            </a:lvl3pPr>
            <a:lvl4pPr marL="2438339" lvl="3" indent="-397923" algn="l">
              <a:lnSpc>
                <a:spcPct val="115000"/>
              </a:lnSpc>
              <a:spcBef>
                <a:spcPts val="0"/>
              </a:spcBef>
              <a:spcAft>
                <a:spcPts val="0"/>
              </a:spcAft>
              <a:buClr>
                <a:schemeClr val="lt1"/>
              </a:buClr>
              <a:buSzPts val="1100"/>
              <a:buChar char="●"/>
              <a:defRPr>
                <a:solidFill>
                  <a:schemeClr val="lt1"/>
                </a:solidFill>
              </a:defRPr>
            </a:lvl4pPr>
            <a:lvl5pPr marL="3047924" lvl="4" indent="-397923" algn="l">
              <a:lnSpc>
                <a:spcPct val="115000"/>
              </a:lnSpc>
              <a:spcBef>
                <a:spcPts val="0"/>
              </a:spcBef>
              <a:spcAft>
                <a:spcPts val="0"/>
              </a:spcAft>
              <a:buClr>
                <a:schemeClr val="lt1"/>
              </a:buClr>
              <a:buSzPts val="1100"/>
              <a:buChar char="○"/>
              <a:defRPr>
                <a:solidFill>
                  <a:schemeClr val="lt1"/>
                </a:solidFill>
              </a:defRPr>
            </a:lvl5pPr>
            <a:lvl6pPr marL="3657509" lvl="5" indent="-397923" algn="l">
              <a:lnSpc>
                <a:spcPct val="115000"/>
              </a:lnSpc>
              <a:spcBef>
                <a:spcPts val="0"/>
              </a:spcBef>
              <a:spcAft>
                <a:spcPts val="0"/>
              </a:spcAft>
              <a:buClr>
                <a:schemeClr val="lt1"/>
              </a:buClr>
              <a:buSzPts val="1100"/>
              <a:buChar char="■"/>
              <a:defRPr>
                <a:solidFill>
                  <a:schemeClr val="lt1"/>
                </a:solidFill>
              </a:defRPr>
            </a:lvl6pPr>
            <a:lvl7pPr marL="4267093" lvl="6" indent="-397923" algn="l">
              <a:lnSpc>
                <a:spcPct val="115000"/>
              </a:lnSpc>
              <a:spcBef>
                <a:spcPts val="0"/>
              </a:spcBef>
              <a:spcAft>
                <a:spcPts val="0"/>
              </a:spcAft>
              <a:buClr>
                <a:schemeClr val="lt1"/>
              </a:buClr>
              <a:buSzPts val="1100"/>
              <a:buChar char="●"/>
              <a:defRPr>
                <a:solidFill>
                  <a:schemeClr val="lt1"/>
                </a:solidFill>
              </a:defRPr>
            </a:lvl7pPr>
            <a:lvl8pPr marL="4876678" lvl="7" indent="-397923" algn="l">
              <a:lnSpc>
                <a:spcPct val="115000"/>
              </a:lnSpc>
              <a:spcBef>
                <a:spcPts val="0"/>
              </a:spcBef>
              <a:spcAft>
                <a:spcPts val="0"/>
              </a:spcAft>
              <a:buClr>
                <a:schemeClr val="lt1"/>
              </a:buClr>
              <a:buSzPts val="1100"/>
              <a:buChar char="○"/>
              <a:defRPr>
                <a:solidFill>
                  <a:schemeClr val="lt1"/>
                </a:solidFill>
              </a:defRPr>
            </a:lvl8pPr>
            <a:lvl9pPr marL="5486263" lvl="8" indent="-397923" algn="l">
              <a:lnSpc>
                <a:spcPct val="115000"/>
              </a:lnSpc>
              <a:spcBef>
                <a:spcPts val="0"/>
              </a:spcBef>
              <a:spcAft>
                <a:spcPts val="0"/>
              </a:spcAft>
              <a:buClr>
                <a:schemeClr val="lt1"/>
              </a:buClr>
              <a:buSzPts val="1100"/>
              <a:buChar char="■"/>
              <a:defRPr>
                <a:solidFill>
                  <a:schemeClr val="lt1"/>
                </a:solidFill>
              </a:defRPr>
            </a:lvl9pPr>
          </a:lstStyle>
          <a:p>
            <a:endParaRPr/>
          </a:p>
        </p:txBody>
      </p:sp>
      <p:sp>
        <p:nvSpPr>
          <p:cNvPr id="86" name="Google Shape;86;p40"/>
          <p:cNvSpPr txBox="1">
            <a:spLocks noGrp="1"/>
          </p:cNvSpPr>
          <p:nvPr>
            <p:ph type="sldNum" idx="12"/>
          </p:nvPr>
        </p:nvSpPr>
        <p:spPr>
          <a:xfrm>
            <a:off x="11381736" y="6333135"/>
            <a:ext cx="731600" cy="524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333" b="0" i="0" u="none" strike="noStrike" cap="none">
                <a:solidFill>
                  <a:schemeClr val="l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333" b="0" i="0" u="none" strike="noStrike" cap="none">
                <a:solidFill>
                  <a:schemeClr val="l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333" b="0" i="0" u="none" strike="noStrike" cap="none">
                <a:solidFill>
                  <a:schemeClr val="l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333" b="0" i="0" u="none" strike="noStrike" cap="none">
                <a:solidFill>
                  <a:schemeClr val="l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333" b="0" i="0" u="none" strike="noStrike" cap="none">
                <a:solidFill>
                  <a:schemeClr val="l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333" b="0" i="0" u="none" strike="noStrike" cap="none">
                <a:solidFill>
                  <a:schemeClr val="l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333" b="0" i="0" u="none" strike="noStrike" cap="none">
                <a:solidFill>
                  <a:schemeClr val="l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333" b="0" i="0" u="none" strike="noStrike" cap="none">
                <a:solidFill>
                  <a:schemeClr val="l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333" b="0" i="0" u="none" strike="noStrike" cap="none">
                <a:solidFill>
                  <a:schemeClr val="lt1"/>
                </a:solidFill>
                <a:latin typeface="Lato"/>
                <a:ea typeface="Lato"/>
                <a:cs typeface="Lato"/>
                <a:sym typeface="Lato"/>
              </a:defRPr>
            </a:lvl9pPr>
          </a:lstStyle>
          <a:p>
            <a:fld id="{00000000-1234-1234-1234-123412341234}" type="slidenum">
              <a:rPr lang="en-US" smtClean="0"/>
              <a:pPr/>
              <a:t>‹#›</a:t>
            </a:fld>
            <a:endParaRPr lang="en-US"/>
          </a:p>
        </p:txBody>
      </p:sp>
    </p:spTree>
    <p:extLst>
      <p:ext uri="{BB962C8B-B14F-4D97-AF65-F5344CB8AC3E}">
        <p14:creationId xmlns:p14="http://schemas.microsoft.com/office/powerpoint/2010/main" val="198365418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87"/>
        <p:cNvGrpSpPr/>
        <p:nvPr/>
      </p:nvGrpSpPr>
      <p:grpSpPr>
        <a:xfrm>
          <a:off x="0" y="0"/>
          <a:ext cx="0" cy="0"/>
          <a:chOff x="0" y="0"/>
          <a:chExt cx="0" cy="0"/>
        </a:xfrm>
      </p:grpSpPr>
      <p:sp>
        <p:nvSpPr>
          <p:cNvPr id="88" name="Google Shape;88;p41"/>
          <p:cNvSpPr txBox="1">
            <a:spLocks noGrp="1"/>
          </p:cNvSpPr>
          <p:nvPr>
            <p:ph type="sldNum" idx="12"/>
          </p:nvPr>
        </p:nvSpPr>
        <p:spPr>
          <a:xfrm>
            <a:off x="11381736" y="6333135"/>
            <a:ext cx="731600" cy="524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333"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333"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333"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333"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333"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333"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333"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333"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333" b="0" i="0" u="none" strike="noStrike" cap="none">
                <a:solidFill>
                  <a:schemeClr val="accent1"/>
                </a:solidFill>
                <a:latin typeface="Lato"/>
                <a:ea typeface="Lato"/>
                <a:cs typeface="Lato"/>
                <a:sym typeface="Lato"/>
              </a:defRPr>
            </a:lvl9pPr>
          </a:lstStyle>
          <a:p>
            <a:fld id="{00000000-1234-1234-1234-123412341234}" type="slidenum">
              <a:rPr lang="en-US" smtClean="0"/>
              <a:pPr/>
              <a:t>‹#›</a:t>
            </a:fld>
            <a:endParaRPr lang="en-US"/>
          </a:p>
        </p:txBody>
      </p:sp>
    </p:spTree>
    <p:extLst>
      <p:ext uri="{BB962C8B-B14F-4D97-AF65-F5344CB8AC3E}">
        <p14:creationId xmlns:p14="http://schemas.microsoft.com/office/powerpoint/2010/main" val="252905479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30E067-05BA-3068-8F0D-B3C073B8031E}"/>
              </a:ext>
            </a:extLst>
          </p:cNvPr>
          <p:cNvSpPr>
            <a:spLocks noGrp="1"/>
          </p:cNvSpPr>
          <p:nvPr>
            <p:ph type="title"/>
          </p:nvPr>
        </p:nvSpPr>
        <p:spPr>
          <a:xfrm>
            <a:off x="415600" y="593367"/>
            <a:ext cx="11360800" cy="763600"/>
          </a:xfrm>
          <a:prstGeom prst="rect">
            <a:avLst/>
          </a:prstGeom>
        </p:spPr>
        <p:txBody>
          <a:bodyPr/>
          <a:lstStyle/>
          <a:p>
            <a:r>
              <a:rPr lang="en-US" dirty="0"/>
              <a:t>Click to edit Master title style</a:t>
            </a:r>
            <a:endParaRPr lang="en-IN" dirty="0"/>
          </a:p>
        </p:txBody>
      </p:sp>
      <p:sp>
        <p:nvSpPr>
          <p:cNvPr id="3" name="Slide Number Placeholder 2">
            <a:extLst>
              <a:ext uri="{FF2B5EF4-FFF2-40B4-BE49-F238E27FC236}">
                <a16:creationId xmlns:a16="http://schemas.microsoft.com/office/drawing/2014/main" id="{4399BB7D-4B8D-4670-0220-D1EB44F3B350}"/>
              </a:ext>
            </a:extLst>
          </p:cNvPr>
          <p:cNvSpPr>
            <a:spLocks noGrp="1"/>
          </p:cNvSpPr>
          <p:nvPr>
            <p:ph type="sldNum" idx="10"/>
          </p:nvPr>
        </p:nvSpPr>
        <p:spPr/>
        <p:txBody>
          <a:bodyPr/>
          <a:lstStyle/>
          <a:p>
            <a:fld id="{00000000-1234-1234-1234-123412341234}" type="slidenum">
              <a:rPr lang="en-US" smtClean="0"/>
              <a:pPr/>
              <a:t>‹#›</a:t>
            </a:fld>
            <a:endParaRPr lang="en-US"/>
          </a:p>
        </p:txBody>
      </p:sp>
    </p:spTree>
    <p:extLst>
      <p:ext uri="{BB962C8B-B14F-4D97-AF65-F5344CB8AC3E}">
        <p14:creationId xmlns:p14="http://schemas.microsoft.com/office/powerpoint/2010/main" val="3276579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oleObject" Target="../embeddings/oleObject1.bin"/><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3.png"/><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2.emf"/></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6.xml"/><Relationship Id="rId13" Type="http://schemas.openxmlformats.org/officeDocument/2006/relationships/slideLayout" Target="../slideLayouts/slideLayout31.xml"/><Relationship Id="rId3" Type="http://schemas.openxmlformats.org/officeDocument/2006/relationships/slideLayout" Target="../slideLayouts/slideLayout21.xml"/><Relationship Id="rId7" Type="http://schemas.openxmlformats.org/officeDocument/2006/relationships/slideLayout" Target="../slideLayouts/slideLayout25.xml"/><Relationship Id="rId12" Type="http://schemas.openxmlformats.org/officeDocument/2006/relationships/slideLayout" Target="../slideLayouts/slideLayout30.xml"/><Relationship Id="rId2" Type="http://schemas.openxmlformats.org/officeDocument/2006/relationships/slideLayout" Target="../slideLayouts/slideLayout20.xml"/><Relationship Id="rId1" Type="http://schemas.openxmlformats.org/officeDocument/2006/relationships/slideLayout" Target="../slideLayouts/slideLayout19.xml"/><Relationship Id="rId6" Type="http://schemas.openxmlformats.org/officeDocument/2006/relationships/slideLayout" Target="../slideLayouts/slideLayout24.xml"/><Relationship Id="rId11" Type="http://schemas.openxmlformats.org/officeDocument/2006/relationships/slideLayout" Target="../slideLayouts/slideLayout29.xml"/><Relationship Id="rId5" Type="http://schemas.openxmlformats.org/officeDocument/2006/relationships/slideLayout" Target="../slideLayouts/slideLayout23.xml"/><Relationship Id="rId15" Type="http://schemas.openxmlformats.org/officeDocument/2006/relationships/theme" Target="../theme/theme2.xml"/><Relationship Id="rId10" Type="http://schemas.openxmlformats.org/officeDocument/2006/relationships/slideLayout" Target="../slideLayouts/slideLayout28.xml"/><Relationship Id="rId4" Type="http://schemas.openxmlformats.org/officeDocument/2006/relationships/slideLayout" Target="../slideLayouts/slideLayout22.xml"/><Relationship Id="rId9" Type="http://schemas.openxmlformats.org/officeDocument/2006/relationships/slideLayout" Target="../slideLayouts/slideLayout27.xml"/><Relationship Id="rId14" Type="http://schemas.openxmlformats.org/officeDocument/2006/relationships/slideLayout" Target="../slideLayouts/slideLayout3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7" name="Title Placeholder 1"/>
          <p:cNvSpPr>
            <a:spLocks noGrp="1"/>
          </p:cNvSpPr>
          <p:nvPr>
            <p:ph type="title"/>
          </p:nvPr>
        </p:nvSpPr>
        <p:spPr bwMode="auto">
          <a:xfrm>
            <a:off x="923928" y="134944"/>
            <a:ext cx="8391525" cy="9048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US" altLang="en-US" dirty="0"/>
          </a:p>
        </p:txBody>
      </p:sp>
      <p:sp>
        <p:nvSpPr>
          <p:cNvPr id="1028" name="Text Placeholder 2"/>
          <p:cNvSpPr>
            <a:spLocks noGrp="1"/>
          </p:cNvSpPr>
          <p:nvPr>
            <p:ph type="body" idx="1"/>
          </p:nvPr>
        </p:nvSpPr>
        <p:spPr bwMode="auto">
          <a:xfrm>
            <a:off x="679451" y="1311275"/>
            <a:ext cx="10515600" cy="4351338"/>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lvl="0"/>
            <a:r>
              <a:rPr lang="en-US" altLang="en-US" dirty="0"/>
              <a:t>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6" name="Slide Number Placeholder 5"/>
          <p:cNvSpPr>
            <a:spLocks noGrp="1"/>
          </p:cNvSpPr>
          <p:nvPr>
            <p:ph type="sldNum" sz="quarter" idx="4"/>
          </p:nvPr>
        </p:nvSpPr>
        <p:spPr>
          <a:xfrm>
            <a:off x="8610600" y="6356356"/>
            <a:ext cx="2743200" cy="365125"/>
          </a:xfrm>
          <a:prstGeom prst="rect">
            <a:avLst/>
          </a:prstGeom>
        </p:spPr>
        <p:txBody>
          <a:bodyPr vert="horz" lIns="91440" tIns="45720" rIns="91440" bIns="45720" rtlCol="0" anchor="ctr"/>
          <a:lstStyle>
            <a:lvl1pPr algn="r" eaLnBrk="1" fontAlgn="auto" hangingPunct="1">
              <a:spcBef>
                <a:spcPts val="0"/>
              </a:spcBef>
              <a:spcAft>
                <a:spcPts val="0"/>
              </a:spcAft>
              <a:defRPr sz="1200" b="1">
                <a:solidFill>
                  <a:srgbClr val="002060"/>
                </a:solidFill>
                <a:latin typeface="Times New Roman" panose="02020603050405020304" pitchFamily="18" charset="0"/>
                <a:cs typeface="Times New Roman" panose="02020603050405020304" pitchFamily="18" charset="0"/>
              </a:defRPr>
            </a:lvl1pPr>
          </a:lstStyle>
          <a:p>
            <a:fld id="{4C34A185-1BC0-44F0-B65A-D683D100ACD1}" type="slidenum">
              <a:rPr lang="en-US" smtClean="0"/>
              <a:pPr/>
              <a:t>‹#›</a:t>
            </a:fld>
            <a:endParaRPr lang="en-US"/>
          </a:p>
        </p:txBody>
      </p:sp>
      <p:pic>
        <p:nvPicPr>
          <p:cNvPr id="1030" name="Picture 2" descr="Image result for chandigarh university logo"/>
          <p:cNvPicPr>
            <a:picLocks noChangeAspect="1" noChangeArrowheads="1"/>
          </p:cNvPicPr>
          <p:nvPr/>
        </p:nvPicPr>
        <p:blipFill>
          <a:blip r:embed="rId20" cstate="print">
            <a:extLst>
              <a:ext uri="{28A0092B-C50C-407E-A947-70E740481C1C}">
                <a14:useLocalDpi xmlns:a14="http://schemas.microsoft.com/office/drawing/2010/main" val="0"/>
              </a:ext>
            </a:extLst>
          </a:blip>
          <a:srcRect/>
          <a:stretch>
            <a:fillRect/>
          </a:stretch>
        </p:blipFill>
        <p:spPr bwMode="auto">
          <a:xfrm>
            <a:off x="111129" y="104775"/>
            <a:ext cx="606425" cy="935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Right Triangle 14">
            <a:extLst>
              <a:ext uri="{FF2B5EF4-FFF2-40B4-BE49-F238E27FC236}">
                <a16:creationId xmlns:a16="http://schemas.microsoft.com/office/drawing/2014/main" id="{0983CA01-DED8-4A8A-82CA-5B1BE1DADB0C}"/>
              </a:ext>
            </a:extLst>
          </p:cNvPr>
          <p:cNvSpPr/>
          <p:nvPr/>
        </p:nvSpPr>
        <p:spPr>
          <a:xfrm flipH="1">
            <a:off x="-2753939" y="293688"/>
            <a:ext cx="5146676" cy="5853112"/>
          </a:xfrm>
          <a:prstGeom prst="rtTriangle">
            <a:avLst/>
          </a:prstGeom>
          <a:solidFill>
            <a:schemeClr val="bg1">
              <a:lumMod val="85000"/>
              <a:alpha val="26000"/>
            </a:schemeClr>
          </a:solidFill>
          <a:ln w="12700" cap="flat" cmpd="sng" algn="ctr">
            <a:noFill/>
            <a:prstDash val="solid"/>
            <a:miter lim="800000"/>
          </a:ln>
          <a:effectLst/>
        </p:spPr>
        <p:txBody>
          <a:bodyPr anchor="ctr"/>
          <a:lstStyle/>
          <a:p>
            <a:pPr algn="ctr" eaLnBrk="1" fontAlgn="auto" hangingPunct="1">
              <a:spcBef>
                <a:spcPts val="0"/>
              </a:spcBef>
              <a:spcAft>
                <a:spcPts val="0"/>
              </a:spcAft>
              <a:defRPr/>
            </a:pPr>
            <a:endParaRPr lang="en-ID" sz="1800" kern="0">
              <a:solidFill>
                <a:srgbClr val="FFFFFF"/>
              </a:solidFill>
              <a:latin typeface="Calibri" panose="020F0502020204030204"/>
            </a:endParaRPr>
          </a:p>
        </p:txBody>
      </p:sp>
      <p:grpSp>
        <p:nvGrpSpPr>
          <p:cNvPr id="2" name="Group 8"/>
          <p:cNvGrpSpPr>
            <a:grpSpLocks/>
          </p:cNvGrpSpPr>
          <p:nvPr/>
        </p:nvGrpSpPr>
        <p:grpSpPr bwMode="auto">
          <a:xfrm>
            <a:off x="11668129" y="5108575"/>
            <a:ext cx="409575" cy="1612900"/>
            <a:chOff x="83821" y="0"/>
            <a:chExt cx="219636" cy="903079"/>
          </a:xfrm>
        </p:grpSpPr>
        <p:sp>
          <p:nvSpPr>
            <p:cNvPr id="10" name="Rectangle 9"/>
            <p:cNvSpPr/>
            <p:nvPr/>
          </p:nvSpPr>
          <p:spPr>
            <a:xfrm>
              <a:off x="83821" y="0"/>
              <a:ext cx="219636" cy="21065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11" name="Rectangle 10"/>
            <p:cNvSpPr/>
            <p:nvPr/>
          </p:nvSpPr>
          <p:spPr>
            <a:xfrm>
              <a:off x="84673" y="408874"/>
              <a:ext cx="218784" cy="494205"/>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12" name="Rectangle 11"/>
            <p:cNvSpPr/>
            <p:nvPr/>
          </p:nvSpPr>
          <p:spPr>
            <a:xfrm>
              <a:off x="83821" y="210659"/>
              <a:ext cx="217933" cy="2213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graphicFrame>
          <p:nvGraphicFramePr>
            <p:cNvPr id="1040" name="Object 12"/>
            <p:cNvGraphicFramePr>
              <a:graphicFrameLocks noChangeAspect="1"/>
            </p:cNvGraphicFramePr>
            <p:nvPr/>
          </p:nvGraphicFramePr>
          <p:xfrm>
            <a:off x="100420" y="236973"/>
            <a:ext cx="183878" cy="183422"/>
          </p:xfrm>
          <a:graphic>
            <a:graphicData uri="http://schemas.openxmlformats.org/presentationml/2006/ole">
              <mc:AlternateContent xmlns:mc="http://schemas.openxmlformats.org/markup-compatibility/2006">
                <mc:Choice xmlns:v="urn:schemas-microsoft-com:vml" Requires="v">
                  <p:oleObj name="CorelDRAW" r:id="rId21" imgW="2169000" imgH="2169360" progId="">
                    <p:embed/>
                  </p:oleObj>
                </mc:Choice>
                <mc:Fallback>
                  <p:oleObj name="CorelDRAW" r:id="rId21" imgW="2169000" imgH="2169360" progId="">
                    <p:embed/>
                    <p:pic>
                      <p:nvPicPr>
                        <p:cNvPr id="0" name="Object 7"/>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100420" y="236973"/>
                          <a:ext cx="183878" cy="18342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3" name="Group 16"/>
          <p:cNvGrpSpPr>
            <a:grpSpLocks/>
          </p:cNvGrpSpPr>
          <p:nvPr/>
        </p:nvGrpSpPr>
        <p:grpSpPr bwMode="auto">
          <a:xfrm rot="10800000">
            <a:off x="3" y="6251581"/>
            <a:ext cx="731839" cy="606425"/>
            <a:chOff x="5401469" y="1588"/>
            <a:chExt cx="1389063" cy="540239"/>
          </a:xfrm>
        </p:grpSpPr>
        <p:sp>
          <p:nvSpPr>
            <p:cNvPr id="1035" name="Freeform 5"/>
            <p:cNvSpPr>
              <a:spLocks/>
            </p:cNvSpPr>
            <p:nvPr/>
          </p:nvSpPr>
          <p:spPr bwMode="auto">
            <a:xfrm>
              <a:off x="5401469" y="1588"/>
              <a:ext cx="1205279" cy="540239"/>
            </a:xfrm>
            <a:custGeom>
              <a:avLst/>
              <a:gdLst>
                <a:gd name="T0" fmla="*/ 0 w 1410"/>
                <a:gd name="T1" fmla="*/ 0 h 632"/>
                <a:gd name="T2" fmla="*/ 2147483646 w 1410"/>
                <a:gd name="T3" fmla="*/ 2147483646 h 632"/>
                <a:gd name="T4" fmla="*/ 2147483646 w 1410"/>
                <a:gd name="T5" fmla="*/ 2147483646 h 632"/>
                <a:gd name="T6" fmla="*/ 2147483646 w 1410"/>
                <a:gd name="T7" fmla="*/ 0 h 632"/>
                <a:gd name="T8" fmla="*/ 0 w 1410"/>
                <a:gd name="T9" fmla="*/ 0 h 6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10" h="632">
                  <a:moveTo>
                    <a:pt x="0" y="0"/>
                  </a:moveTo>
                  <a:lnTo>
                    <a:pt x="630" y="632"/>
                  </a:lnTo>
                  <a:lnTo>
                    <a:pt x="1410" y="632"/>
                  </a:lnTo>
                  <a:lnTo>
                    <a:pt x="780" y="0"/>
                  </a:lnTo>
                  <a:lnTo>
                    <a:pt x="0" y="0"/>
                  </a:lnTo>
                  <a:close/>
                </a:path>
              </a:pathLst>
            </a:custGeom>
            <a:gradFill rotWithShape="1">
              <a:gsLst>
                <a:gs pos="0">
                  <a:srgbClr val="0C344C"/>
                </a:gs>
                <a:gs pos="100000">
                  <a:srgbClr val="D80F79"/>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sz="1800"/>
            </a:p>
          </p:txBody>
        </p:sp>
        <p:sp>
          <p:nvSpPr>
            <p:cNvPr id="1036" name="Freeform 6"/>
            <p:cNvSpPr>
              <a:spLocks/>
            </p:cNvSpPr>
            <p:nvPr/>
          </p:nvSpPr>
          <p:spPr bwMode="auto">
            <a:xfrm>
              <a:off x="6252003" y="1588"/>
              <a:ext cx="538529" cy="426549"/>
            </a:xfrm>
            <a:custGeom>
              <a:avLst/>
              <a:gdLst>
                <a:gd name="T0" fmla="*/ 0 w 630"/>
                <a:gd name="T1" fmla="*/ 0 h 499"/>
                <a:gd name="T2" fmla="*/ 2147483646 w 630"/>
                <a:gd name="T3" fmla="*/ 2147483646 h 499"/>
                <a:gd name="T4" fmla="*/ 2147483646 w 630"/>
                <a:gd name="T5" fmla="*/ 2147483646 h 499"/>
                <a:gd name="T6" fmla="*/ 2147483646 w 630"/>
                <a:gd name="T7" fmla="*/ 0 h 499"/>
                <a:gd name="T8" fmla="*/ 0 w 630"/>
                <a:gd name="T9" fmla="*/ 0 h 49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30" h="499">
                  <a:moveTo>
                    <a:pt x="0" y="0"/>
                  </a:moveTo>
                  <a:lnTo>
                    <a:pt x="498" y="499"/>
                  </a:lnTo>
                  <a:lnTo>
                    <a:pt x="630" y="499"/>
                  </a:lnTo>
                  <a:lnTo>
                    <a:pt x="132" y="0"/>
                  </a:lnTo>
                  <a:lnTo>
                    <a:pt x="0" y="0"/>
                  </a:lnTo>
                  <a:close/>
                </a:path>
              </a:pathLst>
            </a:custGeom>
            <a:solidFill>
              <a:srgbClr val="BFBEB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sz="1800"/>
            </a:p>
          </p:txBody>
        </p:sp>
      </p:grpSp>
      <p:pic>
        <p:nvPicPr>
          <p:cNvPr id="16" name="Picture 2" descr="C:\Users\OM\Downloads\naac-sticker.png">
            <a:extLst>
              <a:ext uri="{FF2B5EF4-FFF2-40B4-BE49-F238E27FC236}">
                <a16:creationId xmlns:a16="http://schemas.microsoft.com/office/drawing/2014/main" id="{D7427353-50B9-40E6-8D87-DD3C5C9CF453}"/>
              </a:ext>
            </a:extLst>
          </p:cNvPr>
          <p:cNvPicPr>
            <a:picLocks noChangeAspect="1" noChangeArrowheads="1"/>
          </p:cNvPicPr>
          <p:nvPr/>
        </p:nvPicPr>
        <p:blipFill>
          <a:blip r:embed="rId23" cstate="print"/>
          <a:srcRect b="23807"/>
          <a:stretch>
            <a:fillRect/>
          </a:stretch>
        </p:blipFill>
        <p:spPr bwMode="auto">
          <a:xfrm>
            <a:off x="9558792" y="231100"/>
            <a:ext cx="2515736" cy="682387"/>
          </a:xfrm>
          <a:prstGeom prst="rect">
            <a:avLst/>
          </a:prstGeom>
          <a:noFill/>
        </p:spPr>
      </p:pic>
    </p:spTree>
    <p:extLst>
      <p:ext uri="{BB962C8B-B14F-4D97-AF65-F5344CB8AC3E}">
        <p14:creationId xmlns:p14="http://schemas.microsoft.com/office/powerpoint/2010/main" val="3444737426"/>
      </p:ext>
    </p:extLst>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49" r:id="rId18"/>
  </p:sldLayoutIdLst>
  <p:txStyles>
    <p:titleStyle>
      <a:lvl1pPr algn="ctr" rtl="0" eaLnBrk="1" fontAlgn="base" hangingPunct="1">
        <a:lnSpc>
          <a:spcPct val="90000"/>
        </a:lnSpc>
        <a:spcBef>
          <a:spcPct val="0"/>
        </a:spcBef>
        <a:spcAft>
          <a:spcPct val="0"/>
        </a:spcAft>
        <a:defRPr sz="4400" b="1" kern="1200">
          <a:solidFill>
            <a:srgbClr val="002060"/>
          </a:solidFill>
          <a:latin typeface="Times New Roman" panose="02020603050405020304" pitchFamily="18" charset="0"/>
          <a:ea typeface="+mj-ea"/>
          <a:cs typeface="Times New Roman" panose="02020603050405020304" pitchFamily="18" charset="0"/>
        </a:defRPr>
      </a:lvl1pPr>
      <a:lvl2pPr algn="ctr" rtl="0" eaLnBrk="1" fontAlgn="base" hangingPunct="1">
        <a:lnSpc>
          <a:spcPct val="90000"/>
        </a:lnSpc>
        <a:spcBef>
          <a:spcPct val="0"/>
        </a:spcBef>
        <a:spcAft>
          <a:spcPct val="0"/>
        </a:spcAft>
        <a:defRPr sz="3200" b="1">
          <a:solidFill>
            <a:srgbClr val="002060"/>
          </a:solidFill>
          <a:latin typeface="Times New Roman" panose="02020603050405020304" pitchFamily="18" charset="0"/>
          <a:cs typeface="Times New Roman" panose="02020603050405020304" pitchFamily="18" charset="0"/>
        </a:defRPr>
      </a:lvl2pPr>
      <a:lvl3pPr algn="ctr" rtl="0" eaLnBrk="1" fontAlgn="base" hangingPunct="1">
        <a:lnSpc>
          <a:spcPct val="90000"/>
        </a:lnSpc>
        <a:spcBef>
          <a:spcPct val="0"/>
        </a:spcBef>
        <a:spcAft>
          <a:spcPct val="0"/>
        </a:spcAft>
        <a:defRPr sz="3200" b="1">
          <a:solidFill>
            <a:srgbClr val="002060"/>
          </a:solidFill>
          <a:latin typeface="Times New Roman" panose="02020603050405020304" pitchFamily="18" charset="0"/>
          <a:cs typeface="Times New Roman" panose="02020603050405020304" pitchFamily="18" charset="0"/>
        </a:defRPr>
      </a:lvl3pPr>
      <a:lvl4pPr algn="ctr" rtl="0" eaLnBrk="1" fontAlgn="base" hangingPunct="1">
        <a:lnSpc>
          <a:spcPct val="90000"/>
        </a:lnSpc>
        <a:spcBef>
          <a:spcPct val="0"/>
        </a:spcBef>
        <a:spcAft>
          <a:spcPct val="0"/>
        </a:spcAft>
        <a:defRPr sz="3200" b="1">
          <a:solidFill>
            <a:srgbClr val="002060"/>
          </a:solidFill>
          <a:latin typeface="Times New Roman" panose="02020603050405020304" pitchFamily="18" charset="0"/>
          <a:cs typeface="Times New Roman" panose="02020603050405020304" pitchFamily="18" charset="0"/>
        </a:defRPr>
      </a:lvl4pPr>
      <a:lvl5pPr algn="ctr" rtl="0" eaLnBrk="1" fontAlgn="base" hangingPunct="1">
        <a:lnSpc>
          <a:spcPct val="90000"/>
        </a:lnSpc>
        <a:spcBef>
          <a:spcPct val="0"/>
        </a:spcBef>
        <a:spcAft>
          <a:spcPct val="0"/>
        </a:spcAft>
        <a:defRPr sz="3200" b="1">
          <a:solidFill>
            <a:srgbClr val="002060"/>
          </a:solidFill>
          <a:latin typeface="Times New Roman" panose="02020603050405020304" pitchFamily="18" charset="0"/>
          <a:cs typeface="Times New Roman" panose="02020603050405020304" pitchFamily="18" charset="0"/>
        </a:defRPr>
      </a:lvl5pPr>
      <a:lvl6pPr marL="457200" algn="ctr" rtl="0" eaLnBrk="1" fontAlgn="base" hangingPunct="1">
        <a:lnSpc>
          <a:spcPct val="90000"/>
        </a:lnSpc>
        <a:spcBef>
          <a:spcPct val="0"/>
        </a:spcBef>
        <a:spcAft>
          <a:spcPct val="0"/>
        </a:spcAft>
        <a:defRPr sz="3200" b="1">
          <a:solidFill>
            <a:srgbClr val="002060"/>
          </a:solidFill>
          <a:latin typeface="Times New Roman" panose="02020603050405020304" pitchFamily="18" charset="0"/>
          <a:cs typeface="Times New Roman" panose="02020603050405020304" pitchFamily="18" charset="0"/>
        </a:defRPr>
      </a:lvl6pPr>
      <a:lvl7pPr marL="914400" algn="ctr" rtl="0" eaLnBrk="1" fontAlgn="base" hangingPunct="1">
        <a:lnSpc>
          <a:spcPct val="90000"/>
        </a:lnSpc>
        <a:spcBef>
          <a:spcPct val="0"/>
        </a:spcBef>
        <a:spcAft>
          <a:spcPct val="0"/>
        </a:spcAft>
        <a:defRPr sz="3200" b="1">
          <a:solidFill>
            <a:srgbClr val="002060"/>
          </a:solidFill>
          <a:latin typeface="Times New Roman" panose="02020603050405020304" pitchFamily="18" charset="0"/>
          <a:cs typeface="Times New Roman" panose="02020603050405020304" pitchFamily="18" charset="0"/>
        </a:defRPr>
      </a:lvl7pPr>
      <a:lvl8pPr marL="1371600" algn="ctr" rtl="0" eaLnBrk="1" fontAlgn="base" hangingPunct="1">
        <a:lnSpc>
          <a:spcPct val="90000"/>
        </a:lnSpc>
        <a:spcBef>
          <a:spcPct val="0"/>
        </a:spcBef>
        <a:spcAft>
          <a:spcPct val="0"/>
        </a:spcAft>
        <a:defRPr sz="3200" b="1">
          <a:solidFill>
            <a:srgbClr val="002060"/>
          </a:solidFill>
          <a:latin typeface="Times New Roman" panose="02020603050405020304" pitchFamily="18" charset="0"/>
          <a:cs typeface="Times New Roman" panose="02020603050405020304" pitchFamily="18" charset="0"/>
        </a:defRPr>
      </a:lvl8pPr>
      <a:lvl9pPr marL="1828800" algn="ctr" rtl="0" eaLnBrk="1" fontAlgn="base" hangingPunct="1">
        <a:lnSpc>
          <a:spcPct val="90000"/>
        </a:lnSpc>
        <a:spcBef>
          <a:spcPct val="0"/>
        </a:spcBef>
        <a:spcAft>
          <a:spcPct val="0"/>
        </a:spcAft>
        <a:defRPr sz="3200" b="1">
          <a:solidFill>
            <a:srgbClr val="002060"/>
          </a:solidFill>
          <a:latin typeface="Times New Roman" panose="02020603050405020304" pitchFamily="18" charset="0"/>
          <a:cs typeface="Times New Roman" panose="02020603050405020304" pitchFamily="18" charset="0"/>
        </a:defRPr>
      </a:lvl9pPr>
    </p:titleStyle>
    <p:bodyStyle>
      <a:lvl1pPr marL="228600" indent="-228600" algn="l" rtl="0" eaLnBrk="1" fontAlgn="base" hangingPunct="1">
        <a:lnSpc>
          <a:spcPct val="90000"/>
        </a:lnSpc>
        <a:spcBef>
          <a:spcPts val="1000"/>
        </a:spcBef>
        <a:spcAft>
          <a:spcPct val="0"/>
        </a:spcAft>
        <a:buFont typeface="Arial" panose="020B0604020202020204" pitchFamily="34" charset="0"/>
        <a:buChar char="•"/>
        <a:defRPr sz="2400" kern="1200">
          <a:solidFill>
            <a:schemeClr val="tx1"/>
          </a:solidFill>
          <a:latin typeface="Times New Roman" panose="02020603050405020304" pitchFamily="18" charset="0"/>
          <a:ea typeface="+mn-ea"/>
          <a:cs typeface="Times New Roman" panose="02020603050405020304" pitchFamily="18" charset="0"/>
        </a:defRPr>
      </a:lvl1pPr>
      <a:lvl2pPr marL="685800" indent="-228600" algn="l" rtl="0" eaLnBrk="1" fontAlgn="base" hangingPunct="1">
        <a:lnSpc>
          <a:spcPct val="90000"/>
        </a:lnSpc>
        <a:spcBef>
          <a:spcPts val="500"/>
        </a:spcBef>
        <a:spcAft>
          <a:spcPct val="0"/>
        </a:spcAft>
        <a:buFont typeface="Arial" panose="020B0604020202020204" pitchFamily="34" charset="0"/>
        <a:buChar char="•"/>
        <a:defRPr sz="2400" kern="1200">
          <a:solidFill>
            <a:schemeClr val="tx1"/>
          </a:solidFill>
          <a:latin typeface="Times New Roman" panose="02020603050405020304" pitchFamily="18" charset="0"/>
          <a:ea typeface="+mn-ea"/>
          <a:cs typeface="Times New Roman" panose="02020603050405020304" pitchFamily="18" charset="0"/>
        </a:defRPr>
      </a:lvl2pPr>
      <a:lvl3pPr marL="1143000" indent="-228600" algn="l" rtl="0" eaLnBrk="1" fontAlgn="base" hangingPunct="1">
        <a:lnSpc>
          <a:spcPct val="90000"/>
        </a:lnSpc>
        <a:spcBef>
          <a:spcPts val="500"/>
        </a:spcBef>
        <a:spcAft>
          <a:spcPct val="0"/>
        </a:spcAft>
        <a:buFont typeface="Arial" panose="020B0604020202020204" pitchFamily="34" charset="0"/>
        <a:buChar char="•"/>
        <a:defRPr sz="2400" kern="1200">
          <a:solidFill>
            <a:schemeClr val="tx1"/>
          </a:solidFill>
          <a:latin typeface="Times New Roman" panose="02020603050405020304" pitchFamily="18" charset="0"/>
          <a:ea typeface="+mn-ea"/>
          <a:cs typeface="Times New Roman" panose="02020603050405020304" pitchFamily="18" charset="0"/>
        </a:defRPr>
      </a:lvl3pPr>
      <a:lvl4pPr marL="1600200" indent="-228600" algn="l" rtl="0" eaLnBrk="1" fontAlgn="base" hangingPunct="1">
        <a:lnSpc>
          <a:spcPct val="90000"/>
        </a:lnSpc>
        <a:spcBef>
          <a:spcPts val="500"/>
        </a:spcBef>
        <a:spcAft>
          <a:spcPct val="0"/>
        </a:spcAft>
        <a:buFont typeface="Arial" panose="020B0604020202020204" pitchFamily="34" charset="0"/>
        <a:buChar char="•"/>
        <a:defRPr sz="2400"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l" rtl="0" eaLnBrk="1" fontAlgn="base" hangingPunct="1">
        <a:lnSpc>
          <a:spcPct val="90000"/>
        </a:lnSpc>
        <a:spcBef>
          <a:spcPts val="500"/>
        </a:spcBef>
        <a:spcAft>
          <a:spcPct val="0"/>
        </a:spcAft>
        <a:buFont typeface="Arial" panose="020B0604020202020204" pitchFamily="34" charset="0"/>
        <a:buChar char="•"/>
        <a:defRPr sz="240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7" name="Google Shape;7;p28"/>
          <p:cNvSpPr txBox="1">
            <a:spLocks noGrp="1"/>
          </p:cNvSpPr>
          <p:nvPr>
            <p:ph type="body" idx="1"/>
          </p:nvPr>
        </p:nvSpPr>
        <p:spPr>
          <a:xfrm>
            <a:off x="415600" y="1536633"/>
            <a:ext cx="11360800" cy="4555200"/>
          </a:xfrm>
          <a:prstGeom prst="rect">
            <a:avLst/>
          </a:prstGeom>
          <a:noFill/>
          <a:ln>
            <a:noFill/>
          </a:ln>
        </p:spPr>
        <p:txBody>
          <a:bodyPr spcFirstLastPara="1" wrap="square" lIns="91425" tIns="91425" rIns="91425" bIns="91425" anchor="t" anchorCtr="0">
            <a:normAutofit/>
          </a:bodyPr>
          <a:lstStyle>
            <a:lvl1pPr marL="457200" marR="0" lvl="0" indent="-311150" algn="l" rtl="0">
              <a:lnSpc>
                <a:spcPct val="115000"/>
              </a:lnSpc>
              <a:spcBef>
                <a:spcPts val="0"/>
              </a:spcBef>
              <a:spcAft>
                <a:spcPts val="0"/>
              </a:spcAft>
              <a:buClr>
                <a:schemeClr val="accent1"/>
              </a:buClr>
              <a:buSzPts val="1300"/>
              <a:buFont typeface="Lato"/>
              <a:buChar char="●"/>
              <a:defRPr sz="1300" b="0" i="0" u="none" strike="noStrike" cap="none">
                <a:solidFill>
                  <a:schemeClr val="accent1"/>
                </a:solidFill>
                <a:latin typeface="Lato"/>
                <a:ea typeface="Lato"/>
                <a:cs typeface="Lato"/>
                <a:sym typeface="Lato"/>
              </a:defRPr>
            </a:lvl1pPr>
            <a:lvl2pPr marL="914400" marR="0" lvl="1"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2pPr>
            <a:lvl3pPr marL="1371600" marR="0" lvl="2"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3pPr>
            <a:lvl4pPr marL="1828800" marR="0" lvl="3"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4pPr>
            <a:lvl5pPr marL="2286000" marR="0" lvl="4"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5pPr>
            <a:lvl6pPr marL="2743200" marR="0" lvl="5"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6pPr>
            <a:lvl7pPr marL="3200400" marR="0" lvl="6"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7pPr>
            <a:lvl8pPr marL="3657600" marR="0" lvl="7"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8pPr>
            <a:lvl9pPr marL="4114800" marR="0" lvl="8"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9pPr>
          </a:lstStyle>
          <a:p>
            <a:endParaRPr/>
          </a:p>
        </p:txBody>
      </p:sp>
      <p:sp>
        <p:nvSpPr>
          <p:cNvPr id="8" name="Google Shape;8;p28"/>
          <p:cNvSpPr txBox="1">
            <a:spLocks noGrp="1"/>
          </p:cNvSpPr>
          <p:nvPr>
            <p:ph type="sldNum" idx="12"/>
          </p:nvPr>
        </p:nvSpPr>
        <p:spPr>
          <a:xfrm>
            <a:off x="11381736" y="6333135"/>
            <a:ext cx="731600" cy="5248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333" b="0" i="0" u="none" strike="noStrike" cap="none">
                <a:solidFill>
                  <a:schemeClr val="accent1"/>
                </a:solidFill>
                <a:latin typeface="Lato"/>
                <a:ea typeface="Lato"/>
                <a:cs typeface="Lato"/>
                <a:sym typeface="Lato"/>
              </a:defRPr>
            </a:lvl1pPr>
            <a:lvl2pPr marL="0" marR="0" lvl="1" indent="0" algn="r" rtl="0">
              <a:lnSpc>
                <a:spcPct val="100000"/>
              </a:lnSpc>
              <a:spcBef>
                <a:spcPts val="0"/>
              </a:spcBef>
              <a:spcAft>
                <a:spcPts val="0"/>
              </a:spcAft>
              <a:buClr>
                <a:srgbClr val="000000"/>
              </a:buClr>
              <a:buSzPts val="1000"/>
              <a:buFont typeface="Arial"/>
              <a:buNone/>
              <a:defRPr sz="1333" b="0" i="0" u="none" strike="noStrike" cap="none">
                <a:solidFill>
                  <a:schemeClr val="accent1"/>
                </a:solidFill>
                <a:latin typeface="Lato"/>
                <a:ea typeface="Lato"/>
                <a:cs typeface="Lato"/>
                <a:sym typeface="Lato"/>
              </a:defRPr>
            </a:lvl2pPr>
            <a:lvl3pPr marL="0" marR="0" lvl="2" indent="0" algn="r" rtl="0">
              <a:lnSpc>
                <a:spcPct val="100000"/>
              </a:lnSpc>
              <a:spcBef>
                <a:spcPts val="0"/>
              </a:spcBef>
              <a:spcAft>
                <a:spcPts val="0"/>
              </a:spcAft>
              <a:buClr>
                <a:srgbClr val="000000"/>
              </a:buClr>
              <a:buSzPts val="1000"/>
              <a:buFont typeface="Arial"/>
              <a:buNone/>
              <a:defRPr sz="1333" b="0" i="0" u="none" strike="noStrike" cap="none">
                <a:solidFill>
                  <a:schemeClr val="accent1"/>
                </a:solidFill>
                <a:latin typeface="Lato"/>
                <a:ea typeface="Lato"/>
                <a:cs typeface="Lato"/>
                <a:sym typeface="Lato"/>
              </a:defRPr>
            </a:lvl3pPr>
            <a:lvl4pPr marL="0" marR="0" lvl="3" indent="0" algn="r" rtl="0">
              <a:lnSpc>
                <a:spcPct val="100000"/>
              </a:lnSpc>
              <a:spcBef>
                <a:spcPts val="0"/>
              </a:spcBef>
              <a:spcAft>
                <a:spcPts val="0"/>
              </a:spcAft>
              <a:buClr>
                <a:srgbClr val="000000"/>
              </a:buClr>
              <a:buSzPts val="1000"/>
              <a:buFont typeface="Arial"/>
              <a:buNone/>
              <a:defRPr sz="1333" b="0" i="0" u="none" strike="noStrike" cap="none">
                <a:solidFill>
                  <a:schemeClr val="accent1"/>
                </a:solidFill>
                <a:latin typeface="Lato"/>
                <a:ea typeface="Lato"/>
                <a:cs typeface="Lato"/>
                <a:sym typeface="Lato"/>
              </a:defRPr>
            </a:lvl4pPr>
            <a:lvl5pPr marL="0" marR="0" lvl="4" indent="0" algn="r" rtl="0">
              <a:lnSpc>
                <a:spcPct val="100000"/>
              </a:lnSpc>
              <a:spcBef>
                <a:spcPts val="0"/>
              </a:spcBef>
              <a:spcAft>
                <a:spcPts val="0"/>
              </a:spcAft>
              <a:buClr>
                <a:srgbClr val="000000"/>
              </a:buClr>
              <a:buSzPts val="1000"/>
              <a:buFont typeface="Arial"/>
              <a:buNone/>
              <a:defRPr sz="1333" b="0" i="0" u="none" strike="noStrike" cap="none">
                <a:solidFill>
                  <a:schemeClr val="accent1"/>
                </a:solidFill>
                <a:latin typeface="Lato"/>
                <a:ea typeface="Lato"/>
                <a:cs typeface="Lato"/>
                <a:sym typeface="Lato"/>
              </a:defRPr>
            </a:lvl5pPr>
            <a:lvl6pPr marL="0" marR="0" lvl="5" indent="0" algn="r" rtl="0">
              <a:lnSpc>
                <a:spcPct val="100000"/>
              </a:lnSpc>
              <a:spcBef>
                <a:spcPts val="0"/>
              </a:spcBef>
              <a:spcAft>
                <a:spcPts val="0"/>
              </a:spcAft>
              <a:buClr>
                <a:srgbClr val="000000"/>
              </a:buClr>
              <a:buSzPts val="1000"/>
              <a:buFont typeface="Arial"/>
              <a:buNone/>
              <a:defRPr sz="1333" b="0" i="0" u="none" strike="noStrike" cap="none">
                <a:solidFill>
                  <a:schemeClr val="accent1"/>
                </a:solidFill>
                <a:latin typeface="Lato"/>
                <a:ea typeface="Lato"/>
                <a:cs typeface="Lato"/>
                <a:sym typeface="Lato"/>
              </a:defRPr>
            </a:lvl6pPr>
            <a:lvl7pPr marL="0" marR="0" lvl="6" indent="0" algn="r" rtl="0">
              <a:lnSpc>
                <a:spcPct val="100000"/>
              </a:lnSpc>
              <a:spcBef>
                <a:spcPts val="0"/>
              </a:spcBef>
              <a:spcAft>
                <a:spcPts val="0"/>
              </a:spcAft>
              <a:buClr>
                <a:srgbClr val="000000"/>
              </a:buClr>
              <a:buSzPts val="1000"/>
              <a:buFont typeface="Arial"/>
              <a:buNone/>
              <a:defRPr sz="1333" b="0" i="0" u="none" strike="noStrike" cap="none">
                <a:solidFill>
                  <a:schemeClr val="accent1"/>
                </a:solidFill>
                <a:latin typeface="Lato"/>
                <a:ea typeface="Lato"/>
                <a:cs typeface="Lato"/>
                <a:sym typeface="Lato"/>
              </a:defRPr>
            </a:lvl7pPr>
            <a:lvl8pPr marL="0" marR="0" lvl="7" indent="0" algn="r" rtl="0">
              <a:lnSpc>
                <a:spcPct val="100000"/>
              </a:lnSpc>
              <a:spcBef>
                <a:spcPts val="0"/>
              </a:spcBef>
              <a:spcAft>
                <a:spcPts val="0"/>
              </a:spcAft>
              <a:buClr>
                <a:srgbClr val="000000"/>
              </a:buClr>
              <a:buSzPts val="1000"/>
              <a:buFont typeface="Arial"/>
              <a:buNone/>
              <a:defRPr sz="1333" b="0" i="0" u="none" strike="noStrike" cap="none">
                <a:solidFill>
                  <a:schemeClr val="accent1"/>
                </a:solidFill>
                <a:latin typeface="Lato"/>
                <a:ea typeface="Lato"/>
                <a:cs typeface="Lato"/>
                <a:sym typeface="Lato"/>
              </a:defRPr>
            </a:lvl8pPr>
            <a:lvl9pPr marL="0" marR="0" lvl="8" indent="0" algn="r" rtl="0">
              <a:lnSpc>
                <a:spcPct val="100000"/>
              </a:lnSpc>
              <a:spcBef>
                <a:spcPts val="0"/>
              </a:spcBef>
              <a:spcAft>
                <a:spcPts val="0"/>
              </a:spcAft>
              <a:buClr>
                <a:srgbClr val="000000"/>
              </a:buClr>
              <a:buSzPts val="1000"/>
              <a:buFont typeface="Arial"/>
              <a:buNone/>
              <a:defRPr sz="1333" b="0" i="0" u="none" strike="noStrike" cap="none">
                <a:solidFill>
                  <a:schemeClr val="accent1"/>
                </a:solidFill>
                <a:latin typeface="Lato"/>
                <a:ea typeface="Lato"/>
                <a:cs typeface="Lato"/>
                <a:sym typeface="Lato"/>
              </a:defRPr>
            </a:lvl9pPr>
          </a:lstStyle>
          <a:p>
            <a:fld id="{00000000-1234-1234-1234-123412341234}" type="slidenum">
              <a:rPr lang="en-US" smtClean="0"/>
              <a:pPr/>
              <a:t>‹#›</a:t>
            </a:fld>
            <a:endParaRPr lang="en-US"/>
          </a:p>
        </p:txBody>
      </p:sp>
    </p:spTree>
    <p:extLst>
      <p:ext uri="{BB962C8B-B14F-4D97-AF65-F5344CB8AC3E}">
        <p14:creationId xmlns:p14="http://schemas.microsoft.com/office/powerpoint/2010/main" val="1579763129"/>
      </p:ext>
    </p:extLst>
  </p:cSld>
  <p:clrMap bg1="lt1" tx1="dk1" bg2="dk2" tx2="lt2" accent1="accent1" accent2="accent2" accent3="accent3" accent4="accent4" accent5="accent5" accent6="accent6" hlink="hlink" folHlink="folHlink"/>
  <p:sldLayoutIdLst>
    <p:sldLayoutId id="2147483669" r:id="rId1"/>
    <p:sldLayoutId id="2147483670" r:id="rId2"/>
    <p:sldLayoutId id="2147483671" r:id="rId3"/>
    <p:sldLayoutId id="2147483672" r:id="rId4"/>
    <p:sldLayoutId id="2147483673" r:id="rId5"/>
    <p:sldLayoutId id="2147483674" r:id="rId6"/>
    <p:sldLayoutId id="2147483675" r:id="rId7"/>
    <p:sldLayoutId id="2147483676" r:id="rId8"/>
    <p:sldLayoutId id="2147483677" r:id="rId9"/>
    <p:sldLayoutId id="2147483678" r:id="rId10"/>
    <p:sldLayoutId id="2147483679" r:id="rId11"/>
    <p:sldLayoutId id="2147483680" r:id="rId12"/>
    <p:sldLayoutId id="2147483681" r:id="rId13"/>
    <p:sldLayoutId id="2147483682" r:id="rId14"/>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9.xml"/><Relationship Id="rId4" Type="http://schemas.openxmlformats.org/officeDocument/2006/relationships/image" Target="../media/image6.jpeg"/></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hyperlink" Target="https://www.geeksforgeeks.org/hungarian-algorithm-assignment-problem-set-1-introduction/" TargetMode="External"/><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12.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Shape 92"/>
        <p:cNvGrpSpPr/>
        <p:nvPr/>
      </p:nvGrpSpPr>
      <p:grpSpPr>
        <a:xfrm>
          <a:off x="0" y="0"/>
          <a:ext cx="0" cy="0"/>
          <a:chOff x="0" y="0"/>
          <a:chExt cx="0" cy="0"/>
        </a:xfrm>
      </p:grpSpPr>
      <p:pic>
        <p:nvPicPr>
          <p:cNvPr id="1026" name="Picture 2" descr="Chandigarh University Archives - Worldwide Transcript"/>
          <p:cNvPicPr>
            <a:picLocks noChangeAspect="1" noChangeArrowheads="1"/>
          </p:cNvPicPr>
          <p:nvPr/>
        </p:nvPicPr>
        <p:blipFill>
          <a:blip r:embed="rId3">
            <a:lum bright="70000" contrast="-70000"/>
            <a:extLst>
              <a:ext uri="{28A0092B-C50C-407E-A947-70E740481C1C}">
                <a14:useLocalDpi xmlns:a14="http://schemas.microsoft.com/office/drawing/2010/main" val="0"/>
              </a:ext>
            </a:extLst>
          </a:blip>
          <a:srcRect/>
          <a:stretch>
            <a:fillRect/>
          </a:stretch>
        </p:blipFill>
        <p:spPr bwMode="auto">
          <a:xfrm>
            <a:off x="88717" y="1623357"/>
            <a:ext cx="3710644" cy="3710644"/>
          </a:xfrm>
          <a:prstGeom prst="rect">
            <a:avLst/>
          </a:prstGeom>
          <a:noFill/>
          <a:extLst>
            <a:ext uri="{909E8E84-426E-40DD-AFC4-6F175D3DCCD1}">
              <a14:hiddenFill xmlns:a14="http://schemas.microsoft.com/office/drawing/2010/main">
                <a:solidFill>
                  <a:srgbClr val="FFFFFF"/>
                </a:solidFill>
              </a14:hiddenFill>
            </a:ext>
          </a:extLst>
        </p:spPr>
      </p:pic>
      <p:sp>
        <p:nvSpPr>
          <p:cNvPr id="93" name="Google Shape;93;p1"/>
          <p:cNvSpPr txBox="1"/>
          <p:nvPr/>
        </p:nvSpPr>
        <p:spPr>
          <a:xfrm>
            <a:off x="8763000" y="6508751"/>
            <a:ext cx="2743200" cy="365200"/>
          </a:xfrm>
          <a:prstGeom prst="rect">
            <a:avLst/>
          </a:prstGeom>
          <a:noFill/>
          <a:ln>
            <a:noFill/>
          </a:ln>
        </p:spPr>
        <p:txBody>
          <a:bodyPr spcFirstLastPara="1" wrap="square" lIns="121900" tIns="60933" rIns="121900" bIns="60933" anchor="ctr" anchorCtr="0">
            <a:noAutofit/>
          </a:bodyPr>
          <a:lstStyle/>
          <a:p>
            <a:pPr defTabSz="1219170" eaLnBrk="1" fontAlgn="auto" hangingPunct="1">
              <a:spcBef>
                <a:spcPts val="0"/>
              </a:spcBef>
              <a:spcAft>
                <a:spcPts val="0"/>
              </a:spcAft>
              <a:buClr>
                <a:srgbClr val="000000"/>
              </a:buClr>
              <a:buSzPts val="1800"/>
            </a:pPr>
            <a:endParaRPr sz="2400" kern="0">
              <a:solidFill>
                <a:srgbClr val="1A9988"/>
              </a:solidFill>
              <a:latin typeface="Arial"/>
              <a:ea typeface="Arial"/>
              <a:cs typeface="Arial"/>
              <a:sym typeface="Arial"/>
            </a:endParaRPr>
          </a:p>
        </p:txBody>
      </p:sp>
      <p:sp>
        <p:nvSpPr>
          <p:cNvPr id="94" name="Google Shape;94;p1"/>
          <p:cNvSpPr/>
          <p:nvPr/>
        </p:nvSpPr>
        <p:spPr>
          <a:xfrm rot="10800000" flipH="1">
            <a:off x="10395517" y="5716751"/>
            <a:ext cx="1291200" cy="1157200"/>
          </a:xfrm>
          <a:prstGeom prst="rtTriangle">
            <a:avLst/>
          </a:prstGeom>
          <a:solidFill>
            <a:srgbClr val="F2F2F2">
              <a:alpha val="16078"/>
            </a:srgbClr>
          </a:solidFill>
          <a:ln>
            <a:noFill/>
          </a:ln>
        </p:spPr>
        <p:txBody>
          <a:bodyPr spcFirstLastPara="1" wrap="square" lIns="121900" tIns="60933" rIns="121900" bIns="60933" anchor="ctr" anchorCtr="0">
            <a:noAutofit/>
          </a:bodyPr>
          <a:lstStyle/>
          <a:p>
            <a:pPr defTabSz="1219170" eaLnBrk="1" fontAlgn="auto" hangingPunct="1">
              <a:spcBef>
                <a:spcPts val="0"/>
              </a:spcBef>
              <a:spcAft>
                <a:spcPts val="0"/>
              </a:spcAft>
              <a:buClr>
                <a:srgbClr val="000000"/>
              </a:buClr>
              <a:buSzPts val="1800"/>
            </a:pPr>
            <a:endParaRPr sz="2400" kern="0">
              <a:solidFill>
                <a:srgbClr val="1A9988"/>
              </a:solidFill>
              <a:latin typeface="Arial"/>
              <a:ea typeface="Arial"/>
              <a:cs typeface="Arial"/>
              <a:sym typeface="Arial"/>
            </a:endParaRPr>
          </a:p>
        </p:txBody>
      </p:sp>
      <p:sp>
        <p:nvSpPr>
          <p:cNvPr id="96" name="Google Shape;96;p1"/>
          <p:cNvSpPr/>
          <p:nvPr/>
        </p:nvSpPr>
        <p:spPr>
          <a:xfrm flipH="1">
            <a:off x="7046399" y="-65087"/>
            <a:ext cx="5145600" cy="5853200"/>
          </a:xfrm>
          <a:prstGeom prst="rtTriangle">
            <a:avLst/>
          </a:prstGeom>
          <a:solidFill>
            <a:srgbClr val="F2F2F2">
              <a:alpha val="16078"/>
            </a:srgbClr>
          </a:solidFill>
          <a:ln>
            <a:noFill/>
          </a:ln>
        </p:spPr>
        <p:txBody>
          <a:bodyPr spcFirstLastPara="1" wrap="square" lIns="121900" tIns="60933" rIns="121900" bIns="60933" anchor="ctr" anchorCtr="0">
            <a:noAutofit/>
          </a:bodyPr>
          <a:lstStyle/>
          <a:p>
            <a:pPr defTabSz="1219170" eaLnBrk="1" fontAlgn="auto" hangingPunct="1">
              <a:spcBef>
                <a:spcPts val="0"/>
              </a:spcBef>
              <a:spcAft>
                <a:spcPts val="0"/>
              </a:spcAft>
              <a:buClr>
                <a:srgbClr val="000000"/>
              </a:buClr>
              <a:buSzPts val="1800"/>
            </a:pPr>
            <a:endParaRPr sz="2400" kern="0">
              <a:solidFill>
                <a:srgbClr val="1A9988"/>
              </a:solidFill>
              <a:latin typeface="Arial"/>
              <a:ea typeface="Arial"/>
              <a:cs typeface="Arial"/>
              <a:sym typeface="Arial"/>
            </a:endParaRPr>
          </a:p>
        </p:txBody>
      </p:sp>
      <p:sp>
        <p:nvSpPr>
          <p:cNvPr id="97" name="Google Shape;97;p1"/>
          <p:cNvSpPr/>
          <p:nvPr/>
        </p:nvSpPr>
        <p:spPr>
          <a:xfrm>
            <a:off x="2124075" y="2025527"/>
            <a:ext cx="6829600" cy="1580800"/>
          </a:xfrm>
          <a:prstGeom prst="rect">
            <a:avLst/>
          </a:prstGeom>
          <a:gradFill>
            <a:gsLst>
              <a:gs pos="0">
                <a:srgbClr val="FFFFFF">
                  <a:alpha val="0"/>
                </a:srgbClr>
              </a:gs>
              <a:gs pos="2659">
                <a:srgbClr val="FFFFFF">
                  <a:alpha val="0"/>
                </a:srgbClr>
              </a:gs>
              <a:gs pos="15000">
                <a:srgbClr val="FFFFFF">
                  <a:alpha val="33333"/>
                </a:srgbClr>
              </a:gs>
              <a:gs pos="51000">
                <a:schemeClr val="lt1"/>
              </a:gs>
              <a:gs pos="94000">
                <a:srgbClr val="FFFFFF">
                  <a:alpha val="33333"/>
                </a:srgbClr>
              </a:gs>
              <a:gs pos="100000">
                <a:srgbClr val="FFFFFF">
                  <a:alpha val="0"/>
                </a:srgbClr>
              </a:gs>
            </a:gsLst>
            <a:lin ang="0" scaled="0"/>
          </a:gradFill>
          <a:ln>
            <a:noFill/>
          </a:ln>
        </p:spPr>
        <p:txBody>
          <a:bodyPr spcFirstLastPara="1" wrap="square" lIns="121900" tIns="60933" rIns="121900" bIns="60933" anchor="ctr" anchorCtr="0">
            <a:noAutofit/>
          </a:bodyPr>
          <a:lstStyle/>
          <a:p>
            <a:pPr algn="ctr" defTabSz="1219170" eaLnBrk="1" fontAlgn="auto" hangingPunct="1">
              <a:spcBef>
                <a:spcPts val="0"/>
              </a:spcBef>
              <a:spcAft>
                <a:spcPts val="0"/>
              </a:spcAft>
              <a:buClr>
                <a:srgbClr val="FFFFFF"/>
              </a:buClr>
              <a:buSzPts val="1800"/>
            </a:pPr>
            <a:endParaRPr sz="2400" kern="0">
              <a:solidFill>
                <a:srgbClr val="FFFFFF"/>
              </a:solidFill>
              <a:latin typeface="Calibri"/>
              <a:ea typeface="Calibri"/>
              <a:cs typeface="Calibri"/>
              <a:sym typeface="Calibri"/>
            </a:endParaRPr>
          </a:p>
        </p:txBody>
      </p:sp>
      <p:sp>
        <p:nvSpPr>
          <p:cNvPr id="98" name="Google Shape;98;p1"/>
          <p:cNvSpPr/>
          <p:nvPr/>
        </p:nvSpPr>
        <p:spPr>
          <a:xfrm flipH="1">
            <a:off x="9814000" y="5239000"/>
            <a:ext cx="2366400" cy="1600400"/>
          </a:xfrm>
          <a:prstGeom prst="rtTriangle">
            <a:avLst/>
          </a:prstGeom>
          <a:solidFill>
            <a:srgbClr val="C00000"/>
          </a:solidFill>
          <a:ln>
            <a:noFill/>
          </a:ln>
        </p:spPr>
        <p:txBody>
          <a:bodyPr spcFirstLastPara="1" wrap="square" lIns="121900" tIns="60933" rIns="121900" bIns="60933" anchor="ctr" anchorCtr="0">
            <a:noAutofit/>
          </a:bodyPr>
          <a:lstStyle/>
          <a:p>
            <a:pPr defTabSz="1219170" eaLnBrk="1" fontAlgn="auto" hangingPunct="1">
              <a:spcBef>
                <a:spcPts val="0"/>
              </a:spcBef>
              <a:spcAft>
                <a:spcPts val="0"/>
              </a:spcAft>
              <a:buClr>
                <a:srgbClr val="000000"/>
              </a:buClr>
              <a:buSzPts val="1800"/>
            </a:pPr>
            <a:endParaRPr sz="2400" kern="0">
              <a:solidFill>
                <a:srgbClr val="1A9988"/>
              </a:solidFill>
              <a:latin typeface="Arial"/>
              <a:ea typeface="Arial"/>
              <a:cs typeface="Arial"/>
              <a:sym typeface="Arial"/>
            </a:endParaRPr>
          </a:p>
        </p:txBody>
      </p:sp>
      <p:sp>
        <p:nvSpPr>
          <p:cNvPr id="102" name="Google Shape;102;p1"/>
          <p:cNvSpPr txBox="1"/>
          <p:nvPr/>
        </p:nvSpPr>
        <p:spPr>
          <a:xfrm>
            <a:off x="1029195" y="1268779"/>
            <a:ext cx="10951200" cy="4675328"/>
          </a:xfrm>
          <a:prstGeom prst="rect">
            <a:avLst/>
          </a:prstGeom>
          <a:noFill/>
          <a:ln>
            <a:noFill/>
          </a:ln>
        </p:spPr>
        <p:txBody>
          <a:bodyPr spcFirstLastPara="1" wrap="square" lIns="121900" tIns="60933" rIns="121900" bIns="60933" anchor="t" anchorCtr="0">
            <a:spAutoFit/>
          </a:bodyPr>
          <a:lstStyle/>
          <a:p>
            <a:pPr algn="ctr" defTabSz="1219170" eaLnBrk="1" fontAlgn="auto" hangingPunct="1">
              <a:lnSpc>
                <a:spcPct val="90000"/>
              </a:lnSpc>
              <a:spcBef>
                <a:spcPts val="0"/>
              </a:spcBef>
              <a:spcAft>
                <a:spcPts val="0"/>
              </a:spcAft>
              <a:buClr>
                <a:srgbClr val="1A9988"/>
              </a:buClr>
              <a:buSzPts val="3200"/>
            </a:pPr>
            <a:r>
              <a:rPr lang="en-US" sz="4267" b="1" kern="0" dirty="0">
                <a:solidFill>
                  <a:srgbClr val="1A1A1A"/>
                </a:solidFill>
                <a:ea typeface="Calibri" panose="020F0502020204030204" pitchFamily="34" charset="0"/>
                <a:cs typeface="Calibri" panose="020F0502020204030204" pitchFamily="34" charset="0"/>
                <a:sym typeface="Arial Black"/>
              </a:rPr>
              <a:t>UNIVERSITY INSTITUTE OF COMPUTING</a:t>
            </a:r>
            <a:endParaRPr sz="1400" kern="0" dirty="0">
              <a:solidFill>
                <a:srgbClr val="1A1A1A"/>
              </a:solidFill>
              <a:ea typeface="Calibri" panose="020F0502020204030204" pitchFamily="34" charset="0"/>
              <a:cs typeface="Calibri" panose="020F0502020204030204" pitchFamily="34" charset="0"/>
              <a:sym typeface="Arial"/>
            </a:endParaRPr>
          </a:p>
          <a:p>
            <a:pPr algn="ctr" defTabSz="1219170" eaLnBrk="1" fontAlgn="auto" hangingPunct="1">
              <a:lnSpc>
                <a:spcPct val="90000"/>
              </a:lnSpc>
              <a:spcBef>
                <a:spcPts val="1493"/>
              </a:spcBef>
              <a:spcAft>
                <a:spcPts val="0"/>
              </a:spcAft>
              <a:buClr>
                <a:srgbClr val="1A9988"/>
              </a:buClr>
              <a:buSzPts val="3200"/>
            </a:pPr>
            <a:r>
              <a:rPr lang="en-IN" sz="4267" b="1" kern="0" dirty="0">
                <a:solidFill>
                  <a:srgbClr val="1A1A1A"/>
                </a:solidFill>
                <a:ea typeface="Calibri" panose="020F0502020204030204" pitchFamily="34" charset="0"/>
                <a:cs typeface="Calibri" panose="020F0502020204030204" pitchFamily="34" charset="0"/>
                <a:sym typeface="Arial Black"/>
              </a:rPr>
              <a:t>MASTER OF COMPUTER APPLICATIONS</a:t>
            </a:r>
            <a:endParaRPr sz="1400" kern="0" dirty="0">
              <a:solidFill>
                <a:srgbClr val="1A1A1A"/>
              </a:solidFill>
              <a:ea typeface="Calibri" panose="020F0502020204030204" pitchFamily="34" charset="0"/>
              <a:cs typeface="Calibri" panose="020F0502020204030204" pitchFamily="34" charset="0"/>
              <a:sym typeface="Arial"/>
            </a:endParaRPr>
          </a:p>
          <a:p>
            <a:pPr algn="ctr" defTabSz="1219170" eaLnBrk="1" fontAlgn="auto" hangingPunct="1">
              <a:lnSpc>
                <a:spcPct val="90000"/>
              </a:lnSpc>
              <a:spcBef>
                <a:spcPts val="1493"/>
              </a:spcBef>
              <a:spcAft>
                <a:spcPts val="0"/>
              </a:spcAft>
              <a:buClr>
                <a:srgbClr val="1A9988"/>
              </a:buClr>
              <a:buSzPts val="2800"/>
            </a:pPr>
            <a:r>
              <a:rPr lang="en-IN" sz="2667" kern="0" dirty="0">
                <a:solidFill>
                  <a:srgbClr val="1A1A1A"/>
                </a:solidFill>
                <a:ea typeface="Calibri" panose="020F0502020204030204" pitchFamily="34" charset="0"/>
                <a:cs typeface="Calibri" panose="020F0502020204030204" pitchFamily="34" charset="0"/>
                <a:sym typeface="Times New Roman"/>
              </a:rPr>
              <a:t>DESIGN AND ANALYSIS OF ALGORITHMS</a:t>
            </a:r>
            <a:endParaRPr sz="1867" kern="0" dirty="0">
              <a:solidFill>
                <a:srgbClr val="1A1A1A"/>
              </a:solidFill>
              <a:ea typeface="Calibri" panose="020F0502020204030204" pitchFamily="34" charset="0"/>
              <a:cs typeface="Calibri" panose="020F0502020204030204" pitchFamily="34" charset="0"/>
              <a:sym typeface="Arial"/>
            </a:endParaRPr>
          </a:p>
          <a:p>
            <a:pPr algn="ctr" defTabSz="1219170" eaLnBrk="1" fontAlgn="auto" hangingPunct="1">
              <a:lnSpc>
                <a:spcPct val="90000"/>
              </a:lnSpc>
              <a:spcBef>
                <a:spcPts val="1493"/>
              </a:spcBef>
              <a:spcAft>
                <a:spcPts val="0"/>
              </a:spcAft>
              <a:buClr>
                <a:srgbClr val="1A9988"/>
              </a:buClr>
              <a:buSzPts val="2800"/>
            </a:pPr>
            <a:r>
              <a:rPr lang="en-IN" sz="2667" kern="0" dirty="0">
                <a:solidFill>
                  <a:srgbClr val="1A1A1A"/>
                </a:solidFill>
                <a:ea typeface="Calibri" panose="020F0502020204030204" pitchFamily="34" charset="0"/>
                <a:cs typeface="Calibri" panose="020F0502020204030204" pitchFamily="34" charset="0"/>
                <a:sym typeface="Times New Roman"/>
              </a:rPr>
              <a:t>25 CAT 611</a:t>
            </a:r>
            <a:endParaRPr sz="2133" kern="0" dirty="0">
              <a:solidFill>
                <a:srgbClr val="1A1A1A"/>
              </a:solidFill>
              <a:ea typeface="Calibri" panose="020F0502020204030204" pitchFamily="34" charset="0"/>
              <a:cs typeface="Calibri" panose="020F0502020204030204" pitchFamily="34" charset="0"/>
              <a:sym typeface="Arial"/>
            </a:endParaRPr>
          </a:p>
          <a:p>
            <a:pPr algn="ctr" defTabSz="1219170" eaLnBrk="1" fontAlgn="auto" hangingPunct="1">
              <a:spcBef>
                <a:spcPts val="1493"/>
              </a:spcBef>
              <a:spcAft>
                <a:spcPts val="0"/>
              </a:spcAft>
              <a:buClr>
                <a:srgbClr val="000000"/>
              </a:buClr>
              <a:buSzPts val="3200"/>
            </a:pPr>
            <a:r>
              <a:rPr lang="en-US" sz="2400" b="1" kern="0" dirty="0">
                <a:solidFill>
                  <a:srgbClr val="000000"/>
                </a:solidFill>
                <a:ea typeface="Calibri" panose="020F0502020204030204" pitchFamily="34" charset="0"/>
                <a:cs typeface="Calibri" panose="020F0502020204030204" pitchFamily="34" charset="0"/>
                <a:sym typeface="Arial"/>
              </a:rPr>
              <a:t>Unit No.  3                    Chapter No.  3.3.1                  </a:t>
            </a:r>
          </a:p>
          <a:p>
            <a:pPr defTabSz="1219170" eaLnBrk="1" fontAlgn="auto" hangingPunct="1">
              <a:spcBef>
                <a:spcPts val="1493"/>
              </a:spcBef>
              <a:spcAft>
                <a:spcPts val="0"/>
              </a:spcAft>
              <a:buClr>
                <a:srgbClr val="000000"/>
              </a:buClr>
              <a:buSzPts val="3200"/>
            </a:pPr>
            <a:r>
              <a:rPr lang="en-US" sz="2400" b="1" kern="0" dirty="0">
                <a:solidFill>
                  <a:srgbClr val="000000"/>
                </a:solidFill>
                <a:ea typeface="Calibri" panose="020F0502020204030204" pitchFamily="34" charset="0"/>
                <a:cs typeface="Calibri" panose="020F0502020204030204" pitchFamily="34" charset="0"/>
                <a:sym typeface="Arial"/>
              </a:rPr>
              <a:t>Topic : </a:t>
            </a:r>
            <a:r>
              <a:rPr lang="en-US" sz="2400" dirty="0">
                <a:solidFill>
                  <a:schemeClr val="bg2"/>
                </a:solidFill>
              </a:rPr>
              <a:t>Job Assignment Problem </a:t>
            </a:r>
            <a:br>
              <a:rPr lang="en-US" sz="2400" dirty="0">
                <a:solidFill>
                  <a:schemeClr val="bg2"/>
                </a:solidFill>
              </a:rPr>
            </a:br>
            <a:r>
              <a:rPr lang="en-US" sz="2400" dirty="0">
                <a:solidFill>
                  <a:schemeClr val="bg2"/>
                </a:solidFill>
              </a:rPr>
              <a:t>             using Branch And Bound</a:t>
            </a:r>
            <a:endParaRPr lang="en-US" sz="2400" kern="0" dirty="0">
              <a:solidFill>
                <a:schemeClr val="bg2"/>
              </a:solidFill>
              <a:ea typeface="Calibri" panose="020F0502020204030204" pitchFamily="34" charset="0"/>
              <a:cs typeface="Calibri" panose="020F0502020204030204" pitchFamily="34" charset="0"/>
              <a:sym typeface="Arial"/>
            </a:endParaRPr>
          </a:p>
          <a:p>
            <a:pPr defTabSz="1219170" eaLnBrk="1" fontAlgn="auto" hangingPunct="1">
              <a:spcBef>
                <a:spcPts val="1493"/>
              </a:spcBef>
              <a:spcAft>
                <a:spcPts val="0"/>
              </a:spcAft>
              <a:buClr>
                <a:srgbClr val="000000"/>
              </a:buClr>
              <a:buSzPts val="3200"/>
            </a:pPr>
            <a:r>
              <a:rPr lang="en-US" sz="2400" b="1" kern="0" dirty="0">
                <a:solidFill>
                  <a:srgbClr val="000000"/>
                </a:solidFill>
                <a:ea typeface="Calibri" panose="020F0502020204030204" pitchFamily="34" charset="0"/>
                <a:cs typeface="Calibri" panose="020F0502020204030204" pitchFamily="34" charset="0"/>
                <a:sym typeface="Arial"/>
              </a:rPr>
              <a:t>Faculty Name and </a:t>
            </a:r>
            <a:r>
              <a:rPr lang="en-US" sz="2400" b="1" kern="0" dirty="0" err="1">
                <a:solidFill>
                  <a:srgbClr val="000000"/>
                </a:solidFill>
                <a:ea typeface="Calibri" panose="020F0502020204030204" pitchFamily="34" charset="0"/>
                <a:cs typeface="Calibri" panose="020F0502020204030204" pitchFamily="34" charset="0"/>
                <a:sym typeface="Arial"/>
              </a:rPr>
              <a:t>E_Code</a:t>
            </a:r>
            <a:r>
              <a:rPr lang="en-US" sz="2400" b="1" kern="0" dirty="0">
                <a:solidFill>
                  <a:srgbClr val="000000"/>
                </a:solidFill>
                <a:ea typeface="Calibri" panose="020F0502020204030204" pitchFamily="34" charset="0"/>
                <a:cs typeface="Calibri" panose="020F0502020204030204" pitchFamily="34" charset="0"/>
                <a:sym typeface="Arial"/>
              </a:rPr>
              <a:t>  Dr. Sameera(17674)                 Designation: Asst. Professor</a:t>
            </a:r>
            <a:endParaRPr lang="en-US" sz="4267" b="1" kern="0" dirty="0">
              <a:solidFill>
                <a:srgbClr val="1A1A1A"/>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685E2170-6E52-163D-4579-180ED8258362}"/>
              </a:ext>
            </a:extLst>
          </p:cNvPr>
          <p:cNvSpPr txBox="1"/>
          <p:nvPr/>
        </p:nvSpPr>
        <p:spPr>
          <a:xfrm>
            <a:off x="7046401" y="0"/>
            <a:ext cx="5145599" cy="789896"/>
          </a:xfrm>
          <a:prstGeom prst="rect">
            <a:avLst/>
          </a:prstGeom>
          <a:noFill/>
        </p:spPr>
        <p:txBody>
          <a:bodyPr wrap="square" rtlCol="0">
            <a:spAutoFit/>
          </a:bodyPr>
          <a:lstStyle/>
          <a:p>
            <a:pPr algn="r" defTabSz="1219170" eaLnBrk="1" fontAlgn="auto" hangingPunct="1">
              <a:spcBef>
                <a:spcPts val="0"/>
              </a:spcBef>
              <a:spcAft>
                <a:spcPts val="0"/>
              </a:spcAft>
              <a:buClr>
                <a:srgbClr val="000000"/>
              </a:buClr>
            </a:pPr>
            <a:r>
              <a:rPr lang="en-IN" sz="2400" b="1" kern="0" dirty="0">
                <a:solidFill>
                  <a:srgbClr val="FFFFFF">
                    <a:lumMod val="65000"/>
                  </a:srgbClr>
                </a:solidFill>
                <a:ea typeface="Calibri" panose="020F0502020204030204" pitchFamily="34" charset="0"/>
                <a:cs typeface="Calibri" panose="020F0502020204030204" pitchFamily="34" charset="0"/>
                <a:sym typeface="Arial"/>
              </a:rPr>
              <a:t>Academic Session 2025-26 </a:t>
            </a:r>
          </a:p>
          <a:p>
            <a:pPr algn="r" defTabSz="1219170" eaLnBrk="1" fontAlgn="auto" hangingPunct="1">
              <a:spcBef>
                <a:spcPts val="0"/>
              </a:spcBef>
              <a:spcAft>
                <a:spcPts val="0"/>
              </a:spcAft>
              <a:buClr>
                <a:srgbClr val="000000"/>
              </a:buClr>
            </a:pPr>
            <a:r>
              <a:rPr lang="en-IN" sz="2133" b="1" kern="0" dirty="0">
                <a:solidFill>
                  <a:srgbClr val="000000"/>
                </a:solidFill>
                <a:ea typeface="Calibri" panose="020F0502020204030204" pitchFamily="34" charset="0"/>
                <a:cs typeface="Calibri" panose="020F0502020204030204" pitchFamily="34" charset="0"/>
                <a:sym typeface="Arial"/>
              </a:rPr>
              <a:t>ODD Semester Jul-Dec 2025</a:t>
            </a:r>
          </a:p>
        </p:txBody>
      </p:sp>
      <p:pic>
        <p:nvPicPr>
          <p:cNvPr id="4" name="Picture 3">
            <a:extLst>
              <a:ext uri="{FF2B5EF4-FFF2-40B4-BE49-F238E27FC236}">
                <a16:creationId xmlns:a16="http://schemas.microsoft.com/office/drawing/2014/main" id="{2374F6CB-FE1F-A6B7-DCCA-BDF7E55A106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322" y="0"/>
            <a:ext cx="1647825" cy="14097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E91321DF-4391-4A0E-9FFF-793DE4722964}" type="slidenum">
              <a:rPr lang="en-IN" altLang="en-US" smtClean="0"/>
              <a:pPr>
                <a:defRPr/>
              </a:pPr>
              <a:t>2</a:t>
            </a:fld>
            <a:endParaRPr lang="en-IN" altLang="en-US"/>
          </a:p>
        </p:txBody>
      </p:sp>
      <p:sp>
        <p:nvSpPr>
          <p:cNvPr id="2" name="Title 1"/>
          <p:cNvSpPr>
            <a:spLocks noGrp="1"/>
          </p:cNvSpPr>
          <p:nvPr>
            <p:ph type="title" idx="4294967295"/>
          </p:nvPr>
        </p:nvSpPr>
        <p:spPr>
          <a:xfrm>
            <a:off x="900953" y="134938"/>
            <a:ext cx="7828710" cy="904875"/>
          </a:xfrm>
          <a:ln>
            <a:solidFill>
              <a:schemeClr val="tx1"/>
            </a:solidFill>
          </a:ln>
        </p:spPr>
        <p:txBody>
          <a:bodyPr>
            <a:normAutofit fontScale="90000"/>
          </a:bodyPr>
          <a:lstStyle/>
          <a:p>
            <a:pPr algn="ctr" fontAlgn="base"/>
            <a:r>
              <a:rPr lang="en-US" sz="3200" b="1" dirty="0"/>
              <a:t>Job Assignment Problem </a:t>
            </a:r>
            <a:br>
              <a:rPr lang="en-US" sz="3200" b="1" dirty="0"/>
            </a:br>
            <a:r>
              <a:rPr lang="en-US" sz="3200" b="1" dirty="0"/>
              <a:t>using Branch And Bound</a:t>
            </a:r>
          </a:p>
        </p:txBody>
      </p:sp>
      <p:sp>
        <p:nvSpPr>
          <p:cNvPr id="3" name="Content Placeholder 2"/>
          <p:cNvSpPr>
            <a:spLocks noGrp="1"/>
          </p:cNvSpPr>
          <p:nvPr>
            <p:ph idx="4294967295"/>
          </p:nvPr>
        </p:nvSpPr>
        <p:spPr>
          <a:xfrm>
            <a:off x="0" y="1247775"/>
            <a:ext cx="11222038" cy="4900613"/>
          </a:xfrm>
          <a:ln>
            <a:solidFill>
              <a:schemeClr val="tx1"/>
            </a:solidFill>
          </a:ln>
        </p:spPr>
        <p:txBody>
          <a:bodyPr>
            <a:normAutofit/>
          </a:bodyPr>
          <a:lstStyle/>
          <a:p>
            <a:pPr fontAlgn="base"/>
            <a:r>
              <a:rPr lang="en-US" sz="2400" dirty="0"/>
              <a:t>  Let there be N workers and N jobs. Any worker can be assigned to perform any job, incurring some cost that may vary depending on the work-job assignment. It is required to perform all jobs by assigning exactly one worker to each job and exactly one job to each agent in such a way that the total cost of the assignment is minimized.</a:t>
            </a:r>
          </a:p>
          <a:p>
            <a:pPr fontAlgn="base"/>
            <a:endParaRPr lang="en-US" sz="2400" dirty="0"/>
          </a:p>
          <a:p>
            <a:pPr fontAlgn="base"/>
            <a:r>
              <a:rPr lang="en-US" sz="2400" dirty="0"/>
              <a:t> </a:t>
            </a:r>
          </a:p>
          <a:p>
            <a:endParaRPr lang="en-IN" sz="2400" dirty="0"/>
          </a:p>
        </p:txBody>
      </p:sp>
      <p:pic>
        <p:nvPicPr>
          <p:cNvPr id="1027"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498501" y="3268685"/>
            <a:ext cx="3847698" cy="27483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Box 4">
            <a:extLst>
              <a:ext uri="{FF2B5EF4-FFF2-40B4-BE49-F238E27FC236}">
                <a16:creationId xmlns:a16="http://schemas.microsoft.com/office/drawing/2014/main" id="{ECA9A162-3013-383F-0C39-B048E03AAD83}"/>
              </a:ext>
            </a:extLst>
          </p:cNvPr>
          <p:cNvSpPr txBox="1"/>
          <p:nvPr/>
        </p:nvSpPr>
        <p:spPr>
          <a:xfrm>
            <a:off x="9505950" y="134938"/>
            <a:ext cx="2562225" cy="904869"/>
          </a:xfrm>
          <a:prstGeom prst="rect">
            <a:avLst/>
          </a:prstGeom>
          <a:solidFill>
            <a:schemeClr val="bg1"/>
          </a:solidFill>
        </p:spPr>
        <p:txBody>
          <a:bodyPr wrap="square" rtlCol="0">
            <a:spAutoFit/>
          </a:bodyPr>
          <a:lstStyle/>
          <a:p>
            <a:endParaRPr lang="en-IN" dirty="0"/>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E91321DF-4391-4A0E-9FFF-793DE4722964}" type="slidenum">
              <a:rPr lang="en-IN" altLang="en-US" smtClean="0"/>
              <a:pPr>
                <a:defRPr/>
              </a:pPr>
              <a:t>3</a:t>
            </a:fld>
            <a:endParaRPr lang="en-IN" altLang="en-US"/>
          </a:p>
        </p:txBody>
      </p:sp>
      <p:sp>
        <p:nvSpPr>
          <p:cNvPr id="2" name="Title 1"/>
          <p:cNvSpPr>
            <a:spLocks noGrp="1"/>
          </p:cNvSpPr>
          <p:nvPr>
            <p:ph type="title" idx="4294967295"/>
          </p:nvPr>
        </p:nvSpPr>
        <p:spPr>
          <a:xfrm>
            <a:off x="860612" y="134938"/>
            <a:ext cx="7869051" cy="904875"/>
          </a:xfrm>
          <a:ln>
            <a:solidFill>
              <a:schemeClr val="tx1"/>
            </a:solidFill>
          </a:ln>
        </p:spPr>
        <p:txBody>
          <a:bodyPr>
            <a:normAutofit fontScale="90000"/>
          </a:bodyPr>
          <a:lstStyle/>
          <a:p>
            <a:pPr algn="ctr" fontAlgn="base"/>
            <a:r>
              <a:rPr lang="en-US" sz="3600" b="1" dirty="0"/>
              <a:t>Job Assignment Problem </a:t>
            </a:r>
            <a:br>
              <a:rPr lang="en-US" sz="3600" b="1" dirty="0"/>
            </a:br>
            <a:r>
              <a:rPr lang="en-US" sz="3600" b="1" dirty="0"/>
              <a:t>using Branch And Bound</a:t>
            </a:r>
            <a:endParaRPr lang="en-IN" sz="3600" b="1" dirty="0"/>
          </a:p>
        </p:txBody>
      </p:sp>
      <p:sp>
        <p:nvSpPr>
          <p:cNvPr id="3" name="Content Placeholder 2"/>
          <p:cNvSpPr>
            <a:spLocks noGrp="1"/>
          </p:cNvSpPr>
          <p:nvPr>
            <p:ph idx="4294967295"/>
          </p:nvPr>
        </p:nvSpPr>
        <p:spPr>
          <a:xfrm>
            <a:off x="0" y="1247775"/>
            <a:ext cx="11222038" cy="4900613"/>
          </a:xfrm>
          <a:ln>
            <a:solidFill>
              <a:schemeClr val="tx1"/>
            </a:solidFill>
          </a:ln>
        </p:spPr>
        <p:txBody>
          <a:bodyPr>
            <a:normAutofit/>
          </a:bodyPr>
          <a:lstStyle/>
          <a:p>
            <a:pPr fontAlgn="base"/>
            <a:r>
              <a:rPr lang="en-US" sz="2400" dirty="0"/>
              <a:t>Let us explore all approaches for this problem.</a:t>
            </a:r>
          </a:p>
          <a:p>
            <a:pPr fontAlgn="base"/>
            <a:r>
              <a:rPr lang="en-US" sz="2400" b="1" dirty="0"/>
              <a:t>Solution 1: Brute Force</a:t>
            </a:r>
            <a:r>
              <a:rPr lang="en-US" sz="2400" dirty="0"/>
              <a:t> </a:t>
            </a:r>
            <a:br>
              <a:rPr lang="en-US" sz="2400" dirty="0"/>
            </a:br>
            <a:r>
              <a:rPr lang="en-US" sz="2400" dirty="0"/>
              <a:t>We generate n! possible job assignments and for each such assignment, we compute its total cost and return the less expensive assignment. Since the solution is a permutation of the n jobs, its complexity is O(n!).</a:t>
            </a:r>
          </a:p>
          <a:p>
            <a:pPr fontAlgn="base"/>
            <a:r>
              <a:rPr lang="en-US" sz="2400" b="1" u="sng" dirty="0">
                <a:hlinkClick r:id="rId3"/>
              </a:rPr>
              <a:t>Solution 2: Hungarian Algorithm</a:t>
            </a:r>
            <a:r>
              <a:rPr lang="en-US" sz="2400" dirty="0"/>
              <a:t> </a:t>
            </a:r>
            <a:br>
              <a:rPr lang="en-US" sz="2400" dirty="0"/>
            </a:br>
            <a:r>
              <a:rPr lang="en-US" sz="2400" dirty="0"/>
              <a:t>The optimal assignment can be found using the Hungarian algorithm. The Hungarian algorithm has worst case run-time complexity of O(n^3).</a:t>
            </a:r>
          </a:p>
          <a:p>
            <a:pPr fontAlgn="base">
              <a:buNone/>
            </a:pPr>
            <a:endParaRPr lang="en-US" sz="2400" dirty="0"/>
          </a:p>
        </p:txBody>
      </p:sp>
      <p:sp>
        <p:nvSpPr>
          <p:cNvPr id="5" name="TextBox 4">
            <a:extLst>
              <a:ext uri="{FF2B5EF4-FFF2-40B4-BE49-F238E27FC236}">
                <a16:creationId xmlns:a16="http://schemas.microsoft.com/office/drawing/2014/main" id="{9A13D92A-F814-68EA-205A-E7065CB57C25}"/>
              </a:ext>
            </a:extLst>
          </p:cNvPr>
          <p:cNvSpPr txBox="1"/>
          <p:nvPr/>
        </p:nvSpPr>
        <p:spPr>
          <a:xfrm>
            <a:off x="9534525" y="134938"/>
            <a:ext cx="2533650" cy="904869"/>
          </a:xfrm>
          <a:prstGeom prst="rect">
            <a:avLst/>
          </a:prstGeom>
          <a:solidFill>
            <a:schemeClr val="bg1"/>
          </a:solidFill>
        </p:spPr>
        <p:txBody>
          <a:bodyPr wrap="square" rtlCol="0">
            <a:spAutoFit/>
          </a:bodyPr>
          <a:lstStyle/>
          <a:p>
            <a:endParaRPr lang="en-IN" dirty="0"/>
          </a:p>
        </p:txBody>
      </p:sp>
    </p:spTree>
    <p:extLst>
      <p:ext uri="{BB962C8B-B14F-4D97-AF65-F5344CB8AC3E}">
        <p14:creationId xmlns:p14="http://schemas.microsoft.com/office/powerpoint/2010/main" val="2572599755"/>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E91321DF-4391-4A0E-9FFF-793DE4722964}" type="slidenum">
              <a:rPr lang="en-IN" altLang="en-US" smtClean="0"/>
              <a:pPr>
                <a:defRPr/>
              </a:pPr>
              <a:t>4</a:t>
            </a:fld>
            <a:endParaRPr lang="en-IN" altLang="en-US"/>
          </a:p>
        </p:txBody>
      </p:sp>
      <p:sp>
        <p:nvSpPr>
          <p:cNvPr id="10" name="TextBox 9"/>
          <p:cNvSpPr txBox="1"/>
          <p:nvPr/>
        </p:nvSpPr>
        <p:spPr>
          <a:xfrm>
            <a:off x="1095147" y="195268"/>
            <a:ext cx="7113430" cy="1323439"/>
          </a:xfrm>
          <a:prstGeom prst="rect">
            <a:avLst/>
          </a:prstGeom>
          <a:noFill/>
          <a:ln>
            <a:solidFill>
              <a:schemeClr val="tx1"/>
            </a:solidFill>
          </a:ln>
        </p:spPr>
        <p:txBody>
          <a:bodyPr wrap="square" rtlCol="0">
            <a:spAutoFit/>
          </a:bodyPr>
          <a:lstStyle/>
          <a:p>
            <a:r>
              <a:rPr lang="en-US" sz="4000" b="1" dirty="0"/>
              <a:t>Solution 3: DFS/BFS on state space tree</a:t>
            </a:r>
            <a:endParaRPr lang="en-IN" sz="4000" dirty="0"/>
          </a:p>
        </p:txBody>
      </p:sp>
      <p:sp>
        <p:nvSpPr>
          <p:cNvPr id="2" name="Rectangle 1"/>
          <p:cNvSpPr/>
          <p:nvPr/>
        </p:nvSpPr>
        <p:spPr>
          <a:xfrm>
            <a:off x="1072922" y="1843328"/>
            <a:ext cx="9778854" cy="3785652"/>
          </a:xfrm>
          <a:prstGeom prst="rect">
            <a:avLst/>
          </a:prstGeom>
          <a:ln>
            <a:solidFill>
              <a:schemeClr val="tx1"/>
            </a:solidFill>
          </a:ln>
        </p:spPr>
        <p:txBody>
          <a:bodyPr wrap="square">
            <a:spAutoFit/>
          </a:bodyPr>
          <a:lstStyle/>
          <a:p>
            <a:r>
              <a:rPr lang="en-US" sz="2400" dirty="0"/>
              <a:t> A state space tree is a N-</a:t>
            </a:r>
            <a:r>
              <a:rPr lang="en-US" sz="2400" dirty="0" err="1"/>
              <a:t>ary</a:t>
            </a:r>
            <a:r>
              <a:rPr lang="en-US" sz="2400" dirty="0"/>
              <a:t> tree with property that any path from root to leaf node holds one of many solutions to given problem. We can perform depth-first search on state space tree and but successive moves can take us away from the goal rather than bringing closer. </a:t>
            </a:r>
          </a:p>
          <a:p>
            <a:endParaRPr lang="en-US" sz="2400" dirty="0"/>
          </a:p>
          <a:p>
            <a:r>
              <a:rPr lang="en-US" sz="2400" dirty="0"/>
              <a:t>The search of state space tree follows leftmost path from the root regardless of initial state. An answer node may never be found in this approach. We can also perform a Breadth-first search on state space tree. But no matter what the initial state is, the algorithm attempts the same sequence of moves like DFS.</a:t>
            </a:r>
            <a:r>
              <a:rPr lang="en-US" dirty="0"/>
              <a:t> </a:t>
            </a:r>
          </a:p>
        </p:txBody>
      </p:sp>
      <p:sp>
        <p:nvSpPr>
          <p:cNvPr id="3" name="TextBox 2">
            <a:extLst>
              <a:ext uri="{FF2B5EF4-FFF2-40B4-BE49-F238E27FC236}">
                <a16:creationId xmlns:a16="http://schemas.microsoft.com/office/drawing/2014/main" id="{8E7637BD-E74D-525A-CE4A-484AD85208E9}"/>
              </a:ext>
            </a:extLst>
          </p:cNvPr>
          <p:cNvSpPr txBox="1"/>
          <p:nvPr/>
        </p:nvSpPr>
        <p:spPr>
          <a:xfrm>
            <a:off x="9477375" y="195268"/>
            <a:ext cx="2600325" cy="842957"/>
          </a:xfrm>
          <a:prstGeom prst="rect">
            <a:avLst/>
          </a:prstGeom>
          <a:solidFill>
            <a:schemeClr val="bg1"/>
          </a:solidFill>
        </p:spPr>
        <p:txBody>
          <a:bodyPr wrap="square" rtlCol="0">
            <a:spAutoFit/>
          </a:bodyPr>
          <a:lstStyle/>
          <a:p>
            <a:endParaRPr lang="en-IN" dirty="0"/>
          </a:p>
        </p:txBody>
      </p:sp>
    </p:spTree>
    <p:extLst>
      <p:ext uri="{BB962C8B-B14F-4D97-AF65-F5344CB8AC3E}">
        <p14:creationId xmlns:p14="http://schemas.microsoft.com/office/powerpoint/2010/main" val="63262014"/>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E91321DF-4391-4A0E-9FFF-793DE4722964}" type="slidenum">
              <a:rPr lang="en-IN" altLang="en-US" smtClean="0"/>
              <a:pPr>
                <a:defRPr/>
              </a:pPr>
              <a:t>5</a:t>
            </a:fld>
            <a:endParaRPr lang="en-IN" altLang="en-US"/>
          </a:p>
        </p:txBody>
      </p:sp>
      <p:sp>
        <p:nvSpPr>
          <p:cNvPr id="2" name="Title 1"/>
          <p:cNvSpPr>
            <a:spLocks noGrp="1"/>
          </p:cNvSpPr>
          <p:nvPr>
            <p:ph type="title" idx="4294967295"/>
          </p:nvPr>
        </p:nvSpPr>
        <p:spPr>
          <a:xfrm>
            <a:off x="806824" y="134938"/>
            <a:ext cx="7008439" cy="904875"/>
          </a:xfrm>
          <a:ln>
            <a:solidFill>
              <a:schemeClr val="tx1"/>
            </a:solidFill>
          </a:ln>
        </p:spPr>
        <p:txBody>
          <a:bodyPr>
            <a:normAutofit fontScale="90000"/>
          </a:bodyPr>
          <a:lstStyle/>
          <a:p>
            <a:pPr fontAlgn="base"/>
            <a:r>
              <a:rPr lang="en-US" sz="3200" b="1" dirty="0"/>
              <a:t>Solution 4: Finding Optimal Solution using Branch and Bound</a:t>
            </a:r>
            <a:endParaRPr lang="en-IN" sz="3600" b="1" dirty="0"/>
          </a:p>
        </p:txBody>
      </p:sp>
      <p:sp>
        <p:nvSpPr>
          <p:cNvPr id="5" name="Rectangle 4"/>
          <p:cNvSpPr/>
          <p:nvPr/>
        </p:nvSpPr>
        <p:spPr>
          <a:xfrm>
            <a:off x="375065" y="1225689"/>
            <a:ext cx="11202853" cy="5262979"/>
          </a:xfrm>
          <a:prstGeom prst="rect">
            <a:avLst/>
          </a:prstGeom>
          <a:ln>
            <a:solidFill>
              <a:schemeClr val="tx1"/>
            </a:solidFill>
          </a:ln>
        </p:spPr>
        <p:txBody>
          <a:bodyPr wrap="square">
            <a:spAutoFit/>
          </a:bodyPr>
          <a:lstStyle/>
          <a:p>
            <a:r>
              <a:rPr lang="en-US" dirty="0"/>
              <a:t> </a:t>
            </a:r>
            <a:r>
              <a:rPr lang="en-US" sz="2400" dirty="0"/>
              <a:t>The selection rule for the next node in BFS and DFS is “blind”. i.e. the selection rule does not give any preference to a node that has a very good chance of getting the search to an answer node quickly. The search for an optimal solution can often be speeded by using an “intelligent” ranking function, also called an approximate cost function to avoid searching in sub-trees that do not contain an optimal solution. It is similar to BFS-like search but with one major optimization. Instead of following FIFO order, we choose a live node with least cost. We may not get optimal solution by following node with least promising cost, but it will provide very good chance of getting the search to an answer node quickly.</a:t>
            </a:r>
          </a:p>
          <a:p>
            <a:r>
              <a:rPr lang="en-US" sz="2400" dirty="0"/>
              <a:t>There are two approaches to calculate the cost function:  </a:t>
            </a:r>
          </a:p>
          <a:p>
            <a:r>
              <a:rPr lang="en-US" sz="2400" dirty="0"/>
              <a:t>For each worker, we choose job with minimum cost from list of unassigned jobs (take minimum entry from each row).</a:t>
            </a:r>
          </a:p>
          <a:p>
            <a:r>
              <a:rPr lang="en-US" sz="2400" dirty="0"/>
              <a:t>For each job, we choose a worker with lowest cost for that job from list of unassigned workers (take minimum entry from each column).</a:t>
            </a:r>
          </a:p>
        </p:txBody>
      </p:sp>
      <p:sp>
        <p:nvSpPr>
          <p:cNvPr id="3" name="TextBox 2">
            <a:extLst>
              <a:ext uri="{FF2B5EF4-FFF2-40B4-BE49-F238E27FC236}">
                <a16:creationId xmlns:a16="http://schemas.microsoft.com/office/drawing/2014/main" id="{1AF79CD7-3738-21A4-E4CF-7C81B6E89376}"/>
              </a:ext>
            </a:extLst>
          </p:cNvPr>
          <p:cNvSpPr txBox="1"/>
          <p:nvPr/>
        </p:nvSpPr>
        <p:spPr>
          <a:xfrm>
            <a:off x="9420225" y="134938"/>
            <a:ext cx="2705100" cy="989012"/>
          </a:xfrm>
          <a:prstGeom prst="rect">
            <a:avLst/>
          </a:prstGeom>
          <a:solidFill>
            <a:schemeClr val="bg1"/>
          </a:solidFill>
        </p:spPr>
        <p:txBody>
          <a:bodyPr wrap="square" rtlCol="0">
            <a:spAutoFit/>
          </a:bodyPr>
          <a:lstStyle/>
          <a:p>
            <a:endParaRPr lang="en-IN" dirty="0"/>
          </a:p>
        </p:txBody>
      </p:sp>
    </p:spTree>
    <p:extLst>
      <p:ext uri="{BB962C8B-B14F-4D97-AF65-F5344CB8AC3E}">
        <p14:creationId xmlns:p14="http://schemas.microsoft.com/office/powerpoint/2010/main" val="549540323"/>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E91321DF-4391-4A0E-9FFF-793DE4722964}" type="slidenum">
              <a:rPr lang="en-IN" altLang="en-US" smtClean="0"/>
              <a:pPr>
                <a:defRPr/>
              </a:pPr>
              <a:t>6</a:t>
            </a:fld>
            <a:endParaRPr lang="en-IN" altLang="en-US"/>
          </a:p>
        </p:txBody>
      </p:sp>
      <p:sp>
        <p:nvSpPr>
          <p:cNvPr id="2" name="Title 1"/>
          <p:cNvSpPr>
            <a:spLocks noGrp="1"/>
          </p:cNvSpPr>
          <p:nvPr>
            <p:ph type="title" idx="4294967295"/>
          </p:nvPr>
        </p:nvSpPr>
        <p:spPr>
          <a:xfrm>
            <a:off x="793376" y="166688"/>
            <a:ext cx="6994899" cy="606425"/>
          </a:xfrm>
          <a:ln>
            <a:solidFill>
              <a:schemeClr val="tx1"/>
            </a:solidFill>
          </a:ln>
        </p:spPr>
        <p:txBody>
          <a:bodyPr>
            <a:normAutofit/>
          </a:bodyPr>
          <a:lstStyle/>
          <a:p>
            <a:r>
              <a:rPr lang="en-IN" sz="3200" b="1" dirty="0"/>
              <a:t>Example</a:t>
            </a:r>
          </a:p>
        </p:txBody>
      </p:sp>
      <p:sp>
        <p:nvSpPr>
          <p:cNvPr id="6" name="Rectangle 5"/>
          <p:cNvSpPr/>
          <p:nvPr/>
        </p:nvSpPr>
        <p:spPr>
          <a:xfrm>
            <a:off x="858591" y="869898"/>
            <a:ext cx="8955110" cy="830997"/>
          </a:xfrm>
          <a:prstGeom prst="rect">
            <a:avLst/>
          </a:prstGeom>
        </p:spPr>
        <p:txBody>
          <a:bodyPr wrap="square">
            <a:spAutoFit/>
          </a:bodyPr>
          <a:lstStyle/>
          <a:p>
            <a:r>
              <a:rPr lang="en-US" sz="2400" dirty="0"/>
              <a:t>Let’s take below example and try to calculate promising cost when Job 2 is assigned to worker A. </a:t>
            </a:r>
          </a:p>
        </p:txBody>
      </p:sp>
      <p:pic>
        <p:nvPicPr>
          <p:cNvPr id="2052" name="Picture 4"/>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62185" y="1700896"/>
            <a:ext cx="3551484" cy="22971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Rectangle 6"/>
          <p:cNvSpPr/>
          <p:nvPr/>
        </p:nvSpPr>
        <p:spPr>
          <a:xfrm>
            <a:off x="1026017" y="3995591"/>
            <a:ext cx="9663448" cy="646331"/>
          </a:xfrm>
          <a:prstGeom prst="rect">
            <a:avLst/>
          </a:prstGeom>
        </p:spPr>
        <p:txBody>
          <a:bodyPr wrap="square">
            <a:spAutoFit/>
          </a:bodyPr>
          <a:lstStyle/>
          <a:p>
            <a:r>
              <a:rPr lang="en-US" dirty="0"/>
              <a:t>Since Job 2 is assigned to worker A (marked in green), cost becomes 2 and Job 2 and worker A becomes unavailable (marked in red). </a:t>
            </a:r>
            <a:endParaRPr lang="en-IN" dirty="0"/>
          </a:p>
        </p:txBody>
      </p:sp>
      <p:pic>
        <p:nvPicPr>
          <p:cNvPr id="2053" name="Picture 5"/>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212912" y="4641922"/>
            <a:ext cx="2744852" cy="19983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Box 2">
            <a:extLst>
              <a:ext uri="{FF2B5EF4-FFF2-40B4-BE49-F238E27FC236}">
                <a16:creationId xmlns:a16="http://schemas.microsoft.com/office/drawing/2014/main" id="{57943F09-DC9D-FC9E-1D7F-A6DCC283A58A}"/>
              </a:ext>
            </a:extLst>
          </p:cNvPr>
          <p:cNvSpPr txBox="1"/>
          <p:nvPr/>
        </p:nvSpPr>
        <p:spPr>
          <a:xfrm>
            <a:off x="9448800" y="166688"/>
            <a:ext cx="2647950" cy="830997"/>
          </a:xfrm>
          <a:prstGeom prst="rect">
            <a:avLst/>
          </a:prstGeom>
          <a:solidFill>
            <a:schemeClr val="bg1"/>
          </a:solidFill>
        </p:spPr>
        <p:txBody>
          <a:bodyPr wrap="square" rtlCol="0">
            <a:spAutoFit/>
          </a:bodyPr>
          <a:lstStyle/>
          <a:p>
            <a:endParaRPr lang="en-IN" dirty="0"/>
          </a:p>
        </p:txBody>
      </p:sp>
    </p:spTree>
    <p:extLst>
      <p:ext uri="{BB962C8B-B14F-4D97-AF65-F5344CB8AC3E}">
        <p14:creationId xmlns:p14="http://schemas.microsoft.com/office/powerpoint/2010/main" val="3117082422"/>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E91321DF-4391-4A0E-9FFF-793DE4722964}" type="slidenum">
              <a:rPr lang="en-IN" altLang="en-US" smtClean="0"/>
              <a:pPr>
                <a:defRPr/>
              </a:pPr>
              <a:t>7</a:t>
            </a:fld>
            <a:endParaRPr lang="en-IN" altLang="en-US"/>
          </a:p>
        </p:txBody>
      </p:sp>
      <p:sp>
        <p:nvSpPr>
          <p:cNvPr id="2" name="Title 1"/>
          <p:cNvSpPr>
            <a:spLocks noGrp="1"/>
          </p:cNvSpPr>
          <p:nvPr>
            <p:ph type="title" idx="4294967295"/>
          </p:nvPr>
        </p:nvSpPr>
        <p:spPr>
          <a:xfrm>
            <a:off x="887506" y="134938"/>
            <a:ext cx="6981732" cy="904875"/>
          </a:xfrm>
          <a:ln>
            <a:solidFill>
              <a:schemeClr val="tx1"/>
            </a:solidFill>
          </a:ln>
        </p:spPr>
        <p:txBody>
          <a:bodyPr/>
          <a:lstStyle/>
          <a:p>
            <a:pPr fontAlgn="base"/>
            <a:r>
              <a:rPr lang="en-IN" sz="3600" b="1" dirty="0"/>
              <a:t>Example</a:t>
            </a:r>
          </a:p>
        </p:txBody>
      </p:sp>
      <p:sp>
        <p:nvSpPr>
          <p:cNvPr id="5" name="Content Placeholder 4"/>
          <p:cNvSpPr>
            <a:spLocks noGrp="1"/>
          </p:cNvSpPr>
          <p:nvPr>
            <p:ph idx="4294967295"/>
          </p:nvPr>
        </p:nvSpPr>
        <p:spPr>
          <a:xfrm>
            <a:off x="0" y="1311274"/>
            <a:ext cx="10515600" cy="4753349"/>
          </a:xfrm>
        </p:spPr>
        <p:txBody>
          <a:bodyPr/>
          <a:lstStyle/>
          <a:p>
            <a:pPr fontAlgn="base"/>
            <a:r>
              <a:rPr lang="en-US" dirty="0"/>
              <a:t>Finally, job 1 gets assigned to worker C as it has minimum cost among unassigned jobs and job 4 gets assigned to worker C as it is only Job left. Total cost becomes 2 + 3 + 5 + 4 = 14.   </a:t>
            </a:r>
          </a:p>
          <a:p>
            <a:endParaRPr lang="en-IN" dirty="0"/>
          </a:p>
        </p:txBody>
      </p:sp>
      <p:pic>
        <p:nvPicPr>
          <p:cNvPr id="5124" name="Picture 4"/>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392356" y="2668072"/>
            <a:ext cx="4389309" cy="31660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Box 2">
            <a:extLst>
              <a:ext uri="{FF2B5EF4-FFF2-40B4-BE49-F238E27FC236}">
                <a16:creationId xmlns:a16="http://schemas.microsoft.com/office/drawing/2014/main" id="{A4AE2886-D307-B022-C265-4E087868DDFE}"/>
              </a:ext>
            </a:extLst>
          </p:cNvPr>
          <p:cNvSpPr txBox="1"/>
          <p:nvPr/>
        </p:nvSpPr>
        <p:spPr>
          <a:xfrm>
            <a:off x="9486900" y="134938"/>
            <a:ext cx="2705100" cy="884603"/>
          </a:xfrm>
          <a:prstGeom prst="rect">
            <a:avLst/>
          </a:prstGeom>
          <a:solidFill>
            <a:schemeClr val="bg1"/>
          </a:solidFill>
        </p:spPr>
        <p:txBody>
          <a:bodyPr wrap="square" rtlCol="0">
            <a:spAutoFit/>
          </a:bodyPr>
          <a:lstStyle/>
          <a:p>
            <a:endParaRPr lang="en-IN" dirty="0"/>
          </a:p>
        </p:txBody>
      </p:sp>
    </p:spTree>
    <p:extLst>
      <p:ext uri="{BB962C8B-B14F-4D97-AF65-F5344CB8AC3E}">
        <p14:creationId xmlns:p14="http://schemas.microsoft.com/office/powerpoint/2010/main" val="2989513785"/>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E91321DF-4391-4A0E-9FFF-793DE4722964}" type="slidenum">
              <a:rPr lang="en-IN" altLang="en-US" smtClean="0"/>
              <a:pPr>
                <a:defRPr/>
              </a:pPr>
              <a:t>8</a:t>
            </a:fld>
            <a:endParaRPr lang="en-IN" altLang="en-US"/>
          </a:p>
        </p:txBody>
      </p:sp>
      <p:sp>
        <p:nvSpPr>
          <p:cNvPr id="2" name="Title 1"/>
          <p:cNvSpPr>
            <a:spLocks noGrp="1"/>
          </p:cNvSpPr>
          <p:nvPr>
            <p:ph type="title" idx="4294967295"/>
          </p:nvPr>
        </p:nvSpPr>
        <p:spPr>
          <a:xfrm>
            <a:off x="1223682" y="134938"/>
            <a:ext cx="6350281" cy="904875"/>
          </a:xfrm>
          <a:ln>
            <a:solidFill>
              <a:schemeClr val="tx1"/>
            </a:solidFill>
          </a:ln>
        </p:spPr>
        <p:txBody>
          <a:bodyPr>
            <a:normAutofit/>
          </a:bodyPr>
          <a:lstStyle/>
          <a:p>
            <a:pPr fontAlgn="base"/>
            <a:r>
              <a:rPr lang="en-IN" sz="3200" dirty="0"/>
              <a:t>Problem</a:t>
            </a:r>
            <a:endParaRPr lang="en-US" sz="3600" b="1" dirty="0"/>
          </a:p>
        </p:txBody>
      </p:sp>
      <p:sp>
        <p:nvSpPr>
          <p:cNvPr id="5" name="Rectangle 4"/>
          <p:cNvSpPr/>
          <p:nvPr/>
        </p:nvSpPr>
        <p:spPr>
          <a:xfrm>
            <a:off x="974500" y="1360645"/>
            <a:ext cx="9238446" cy="369332"/>
          </a:xfrm>
          <a:prstGeom prst="rect">
            <a:avLst/>
          </a:prstGeom>
        </p:spPr>
        <p:txBody>
          <a:bodyPr wrap="square">
            <a:spAutoFit/>
          </a:bodyPr>
          <a:lstStyle/>
          <a:p>
            <a:r>
              <a:rPr lang="en-US" dirty="0"/>
              <a:t> Below diagram shows complete search space diagram showing optimal solution path in green.  </a:t>
            </a:r>
          </a:p>
        </p:txBody>
      </p:sp>
      <p:sp>
        <p:nvSpPr>
          <p:cNvPr id="6" name="AutoShape 4" descr="https://www.gatevidyalay.com/wp-content/uploads/2018/06/Find-Chromatic-Number-of-Graph-Problem-02.pn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7" name="AutoShape 6" descr="https://www.gatevidyalay.com/wp-content/uploads/2018/06/Find-Chromatic-Number-of-Graph-Problem-02.pn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6153" name="Picture 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228975" y="1729977"/>
            <a:ext cx="5734050" cy="4381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Box 2">
            <a:extLst>
              <a:ext uri="{FF2B5EF4-FFF2-40B4-BE49-F238E27FC236}">
                <a16:creationId xmlns:a16="http://schemas.microsoft.com/office/drawing/2014/main" id="{F2769366-F414-2B0F-571F-D09788506609}"/>
              </a:ext>
            </a:extLst>
          </p:cNvPr>
          <p:cNvSpPr txBox="1"/>
          <p:nvPr/>
        </p:nvSpPr>
        <p:spPr>
          <a:xfrm>
            <a:off x="9534525" y="134938"/>
            <a:ext cx="2657475" cy="1036637"/>
          </a:xfrm>
          <a:prstGeom prst="rect">
            <a:avLst/>
          </a:prstGeom>
          <a:solidFill>
            <a:schemeClr val="bg1"/>
          </a:solidFill>
        </p:spPr>
        <p:txBody>
          <a:bodyPr wrap="square" rtlCol="0">
            <a:spAutoFit/>
          </a:bodyPr>
          <a:lstStyle/>
          <a:p>
            <a:endParaRPr lang="en-IN" dirty="0"/>
          </a:p>
        </p:txBody>
      </p:sp>
    </p:spTree>
    <p:extLst>
      <p:ext uri="{BB962C8B-B14F-4D97-AF65-F5344CB8AC3E}">
        <p14:creationId xmlns:p14="http://schemas.microsoft.com/office/powerpoint/2010/main" val="527344271"/>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E91321DF-4391-4A0E-9FFF-793DE4722964}" type="slidenum">
              <a:rPr lang="en-IN" altLang="en-US" smtClean="0"/>
              <a:pPr>
                <a:defRPr/>
              </a:pPr>
              <a:t>9</a:t>
            </a:fld>
            <a:endParaRPr lang="en-IN" altLang="en-US"/>
          </a:p>
        </p:txBody>
      </p:sp>
      <p:sp>
        <p:nvSpPr>
          <p:cNvPr id="2" name="Title 1"/>
          <p:cNvSpPr>
            <a:spLocks noGrp="1"/>
          </p:cNvSpPr>
          <p:nvPr>
            <p:ph type="title" idx="4294967295"/>
          </p:nvPr>
        </p:nvSpPr>
        <p:spPr>
          <a:xfrm>
            <a:off x="806824" y="134938"/>
            <a:ext cx="7922839" cy="904875"/>
          </a:xfrm>
          <a:ln>
            <a:solidFill>
              <a:schemeClr val="tx1"/>
            </a:solidFill>
          </a:ln>
        </p:spPr>
        <p:txBody>
          <a:bodyPr>
            <a:normAutofit/>
          </a:bodyPr>
          <a:lstStyle/>
          <a:p>
            <a:r>
              <a:rPr lang="en-IN" sz="3600" b="1" dirty="0"/>
              <a:t>Complete Algorithm:</a:t>
            </a:r>
            <a:r>
              <a:rPr lang="en-IN" sz="3600" dirty="0"/>
              <a:t> </a:t>
            </a:r>
            <a:endParaRPr lang="en-IN" sz="3600" b="1" dirty="0"/>
          </a:p>
        </p:txBody>
      </p:sp>
      <p:sp>
        <p:nvSpPr>
          <p:cNvPr id="3" name="Rectangle 2"/>
          <p:cNvSpPr/>
          <p:nvPr/>
        </p:nvSpPr>
        <p:spPr>
          <a:xfrm>
            <a:off x="935865" y="1165458"/>
            <a:ext cx="9071020" cy="369332"/>
          </a:xfrm>
          <a:prstGeom prst="rect">
            <a:avLst/>
          </a:prstGeom>
        </p:spPr>
        <p:txBody>
          <a:bodyPr wrap="square">
            <a:spAutoFit/>
          </a:bodyPr>
          <a:lstStyle/>
          <a:p>
            <a:r>
              <a:rPr lang="en-IN" dirty="0"/>
              <a:t> </a:t>
            </a:r>
          </a:p>
        </p:txBody>
      </p:sp>
      <p:sp>
        <p:nvSpPr>
          <p:cNvPr id="5" name="Rectangle 4"/>
          <p:cNvSpPr/>
          <p:nvPr/>
        </p:nvSpPr>
        <p:spPr>
          <a:xfrm>
            <a:off x="707265" y="1181110"/>
            <a:ext cx="9216664" cy="3970318"/>
          </a:xfrm>
          <a:prstGeom prst="rect">
            <a:avLst/>
          </a:prstGeom>
          <a:ln>
            <a:solidFill>
              <a:schemeClr val="tx1"/>
            </a:solidFill>
          </a:ln>
        </p:spPr>
        <p:txBody>
          <a:bodyPr wrap="square">
            <a:spAutoFit/>
          </a:bodyPr>
          <a:lstStyle/>
          <a:p>
            <a:r>
              <a:rPr lang="en-US" sz="2800" dirty="0"/>
              <a:t>/* </a:t>
            </a:r>
            <a:r>
              <a:rPr lang="en-US" sz="2800" dirty="0" err="1"/>
              <a:t>findMinCost</a:t>
            </a:r>
            <a:r>
              <a:rPr lang="en-US" sz="2800" dirty="0"/>
              <a:t> uses Least() and Add() to maintain the list of live nodes</a:t>
            </a:r>
          </a:p>
          <a:p>
            <a:r>
              <a:rPr lang="en-US" sz="2800" dirty="0"/>
              <a:t> Least() finds a live node with least cost, deletes it from the list and returns it </a:t>
            </a:r>
          </a:p>
          <a:p>
            <a:r>
              <a:rPr lang="en-US" sz="2800" dirty="0"/>
              <a:t>Add(x) calculates cost of x and adds it to the list of live nodes </a:t>
            </a:r>
          </a:p>
          <a:p>
            <a:r>
              <a:rPr lang="en-US" sz="2800" dirty="0"/>
              <a:t>Implements list of live nodes as a min heap */ </a:t>
            </a:r>
            <a:br>
              <a:rPr lang="en-US" sz="2800" dirty="0"/>
            </a:br>
            <a:endParaRPr lang="en-US" sz="2800" dirty="0"/>
          </a:p>
          <a:p>
            <a:br>
              <a:rPr lang="en-US" sz="2800" dirty="0"/>
            </a:br>
            <a:endParaRPr lang="en-IN" sz="2800" dirty="0"/>
          </a:p>
        </p:txBody>
      </p:sp>
      <p:sp>
        <p:nvSpPr>
          <p:cNvPr id="6" name="TextBox 5">
            <a:extLst>
              <a:ext uri="{FF2B5EF4-FFF2-40B4-BE49-F238E27FC236}">
                <a16:creationId xmlns:a16="http://schemas.microsoft.com/office/drawing/2014/main" id="{D120FF04-C690-9484-E232-95A4851BC897}"/>
              </a:ext>
            </a:extLst>
          </p:cNvPr>
          <p:cNvSpPr txBox="1"/>
          <p:nvPr/>
        </p:nvSpPr>
        <p:spPr>
          <a:xfrm>
            <a:off x="9486900" y="134938"/>
            <a:ext cx="2581275" cy="904875"/>
          </a:xfrm>
          <a:prstGeom prst="rect">
            <a:avLst/>
          </a:prstGeom>
          <a:solidFill>
            <a:schemeClr val="bg1"/>
          </a:solidFill>
        </p:spPr>
        <p:txBody>
          <a:bodyPr wrap="square" rtlCol="0">
            <a:spAutoFit/>
          </a:bodyPr>
          <a:lstStyle/>
          <a:p>
            <a:endParaRPr lang="en-IN" dirty="0"/>
          </a:p>
        </p:txBody>
      </p:sp>
    </p:spTree>
    <p:extLst>
      <p:ext uri="{BB962C8B-B14F-4D97-AF65-F5344CB8AC3E}">
        <p14:creationId xmlns:p14="http://schemas.microsoft.com/office/powerpoint/2010/main" val="4196474465"/>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E91321DF-4391-4A0E-9FFF-793DE4722964}" type="slidenum">
              <a:rPr lang="en-IN" altLang="en-US" smtClean="0"/>
              <a:pPr>
                <a:defRPr/>
              </a:pPr>
              <a:t>10</a:t>
            </a:fld>
            <a:endParaRPr lang="en-IN" altLang="en-US"/>
          </a:p>
        </p:txBody>
      </p:sp>
      <p:sp>
        <p:nvSpPr>
          <p:cNvPr id="2" name="Title 1"/>
          <p:cNvSpPr>
            <a:spLocks noGrp="1"/>
          </p:cNvSpPr>
          <p:nvPr>
            <p:ph type="title" idx="4294967295"/>
          </p:nvPr>
        </p:nvSpPr>
        <p:spPr>
          <a:xfrm>
            <a:off x="900953" y="207963"/>
            <a:ext cx="6703172" cy="904875"/>
          </a:xfrm>
          <a:ln>
            <a:solidFill>
              <a:schemeClr val="tx1"/>
            </a:solidFill>
          </a:ln>
        </p:spPr>
        <p:txBody>
          <a:bodyPr>
            <a:normAutofit/>
          </a:bodyPr>
          <a:lstStyle/>
          <a:p>
            <a:r>
              <a:rPr lang="en-US" sz="4400" b="1" u="sng" dirty="0"/>
              <a:t>Algorithm</a:t>
            </a:r>
            <a:endParaRPr lang="en-US" sz="4400" b="1" dirty="0">
              <a:solidFill>
                <a:schemeClr val="tx1"/>
              </a:solidFill>
              <a:latin typeface="Times New Roman" pitchFamily="18" charset="0"/>
              <a:cs typeface="Times New Roman" pitchFamily="18" charset="0"/>
            </a:endParaRPr>
          </a:p>
        </p:txBody>
      </p:sp>
      <p:sp>
        <p:nvSpPr>
          <p:cNvPr id="5" name="Content Placeholder 4"/>
          <p:cNvSpPr txBox="1">
            <a:spLocks noGrp="1"/>
          </p:cNvSpPr>
          <p:nvPr>
            <p:ph idx="4294967295"/>
          </p:nvPr>
        </p:nvSpPr>
        <p:spPr>
          <a:xfrm>
            <a:off x="0" y="1311275"/>
            <a:ext cx="10515600" cy="3650690"/>
          </a:xfrm>
          <a:prstGeom prst="rect">
            <a:avLst/>
          </a:prstGeom>
          <a:noFill/>
          <a:ln>
            <a:solidFill>
              <a:schemeClr val="tx1"/>
            </a:solidFill>
          </a:ln>
        </p:spPr>
        <p:txBody>
          <a:bodyPr wrap="square" rtlCol="0">
            <a:spAutoFit/>
          </a:bodyPr>
          <a:lstStyle/>
          <a:p>
            <a:pPr fontAlgn="base"/>
            <a:r>
              <a:rPr lang="en-US" sz="2400" dirty="0"/>
              <a:t>  // Search Space Tree Node </a:t>
            </a:r>
          </a:p>
          <a:p>
            <a:pPr fontAlgn="base"/>
            <a:r>
              <a:rPr lang="en-US" sz="2400" dirty="0"/>
              <a:t>Node</a:t>
            </a:r>
          </a:p>
          <a:p>
            <a:pPr fontAlgn="base"/>
            <a:r>
              <a:rPr lang="en-US" sz="2400" dirty="0"/>
              <a:t> { </a:t>
            </a:r>
          </a:p>
          <a:p>
            <a:pPr fontAlgn="base"/>
            <a:r>
              <a:rPr lang="en-US" sz="2400" dirty="0" err="1"/>
              <a:t>int</a:t>
            </a:r>
            <a:r>
              <a:rPr lang="en-US" sz="2400" dirty="0"/>
              <a:t> </a:t>
            </a:r>
            <a:r>
              <a:rPr lang="en-US" sz="2400" dirty="0" err="1"/>
              <a:t>job_number</a:t>
            </a:r>
            <a:r>
              <a:rPr lang="en-US" sz="2400" dirty="0"/>
              <a:t>; </a:t>
            </a:r>
          </a:p>
          <a:p>
            <a:pPr fontAlgn="base"/>
            <a:r>
              <a:rPr lang="en-US" sz="2400" dirty="0" err="1"/>
              <a:t>int</a:t>
            </a:r>
            <a:r>
              <a:rPr lang="en-US" sz="2400" dirty="0"/>
              <a:t> </a:t>
            </a:r>
            <a:r>
              <a:rPr lang="en-US" sz="2400" dirty="0" err="1"/>
              <a:t>worker_number</a:t>
            </a:r>
            <a:r>
              <a:rPr lang="en-US" sz="2400" dirty="0"/>
              <a:t>; </a:t>
            </a:r>
          </a:p>
          <a:p>
            <a:pPr fontAlgn="base"/>
            <a:r>
              <a:rPr lang="en-US" sz="2400" dirty="0"/>
              <a:t>node parent;</a:t>
            </a:r>
          </a:p>
          <a:p>
            <a:pPr fontAlgn="base"/>
            <a:r>
              <a:rPr lang="en-US" sz="2400" dirty="0"/>
              <a:t> </a:t>
            </a:r>
            <a:r>
              <a:rPr lang="en-US" sz="2400" dirty="0" err="1"/>
              <a:t>int</a:t>
            </a:r>
            <a:r>
              <a:rPr lang="en-US" sz="2400" dirty="0"/>
              <a:t> cost;</a:t>
            </a:r>
          </a:p>
          <a:p>
            <a:pPr fontAlgn="base"/>
            <a:r>
              <a:rPr lang="en-US" sz="2400" dirty="0"/>
              <a:t> }  </a:t>
            </a:r>
          </a:p>
        </p:txBody>
      </p:sp>
      <p:sp>
        <p:nvSpPr>
          <p:cNvPr id="3" name="TextBox 2">
            <a:extLst>
              <a:ext uri="{FF2B5EF4-FFF2-40B4-BE49-F238E27FC236}">
                <a16:creationId xmlns:a16="http://schemas.microsoft.com/office/drawing/2014/main" id="{471E32D0-81F5-6C2F-7C1D-4095F185ED73}"/>
              </a:ext>
            </a:extLst>
          </p:cNvPr>
          <p:cNvSpPr txBox="1"/>
          <p:nvPr/>
        </p:nvSpPr>
        <p:spPr>
          <a:xfrm>
            <a:off x="9439275" y="198438"/>
            <a:ext cx="2638425" cy="904875"/>
          </a:xfrm>
          <a:prstGeom prst="rect">
            <a:avLst/>
          </a:prstGeom>
          <a:solidFill>
            <a:schemeClr val="bg1"/>
          </a:solidFill>
        </p:spPr>
        <p:txBody>
          <a:bodyPr wrap="square" rtlCol="0">
            <a:spAutoFit/>
          </a:bodyPr>
          <a:lstStyle/>
          <a:p>
            <a:endParaRPr lang="en-IN" dirty="0"/>
          </a:p>
        </p:txBody>
      </p:sp>
    </p:spTree>
    <p:extLst>
      <p:ext uri="{BB962C8B-B14F-4D97-AF65-F5344CB8AC3E}">
        <p14:creationId xmlns:p14="http://schemas.microsoft.com/office/powerpoint/2010/main" val="3750377926"/>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E91321DF-4391-4A0E-9FFF-793DE4722964}" type="slidenum">
              <a:rPr lang="en-IN" altLang="en-US" smtClean="0"/>
              <a:pPr>
                <a:defRPr/>
              </a:pPr>
              <a:t>11</a:t>
            </a:fld>
            <a:endParaRPr lang="en-IN" altLang="en-US"/>
          </a:p>
        </p:txBody>
      </p:sp>
      <p:sp>
        <p:nvSpPr>
          <p:cNvPr id="2" name="Title 1"/>
          <p:cNvSpPr>
            <a:spLocks noGrp="1"/>
          </p:cNvSpPr>
          <p:nvPr>
            <p:ph type="title" idx="4294967295"/>
          </p:nvPr>
        </p:nvSpPr>
        <p:spPr>
          <a:xfrm>
            <a:off x="820271" y="198438"/>
            <a:ext cx="7698254" cy="781050"/>
          </a:xfrm>
          <a:ln>
            <a:solidFill>
              <a:schemeClr val="tx1"/>
            </a:solidFill>
          </a:ln>
        </p:spPr>
        <p:txBody>
          <a:bodyPr/>
          <a:lstStyle/>
          <a:p>
            <a:r>
              <a:rPr lang="en-IN" sz="4400" b="1" dirty="0">
                <a:solidFill>
                  <a:schemeClr val="tx1"/>
                </a:solidFill>
                <a:latin typeface="Times New Roman" pitchFamily="18" charset="0"/>
                <a:cs typeface="Times New Roman" pitchFamily="18" charset="0"/>
              </a:rPr>
              <a:t>Algorithm</a:t>
            </a:r>
            <a:endParaRPr lang="en-US" sz="4400" b="1" dirty="0">
              <a:solidFill>
                <a:schemeClr val="tx1"/>
              </a:solidFill>
              <a:latin typeface="Times New Roman" pitchFamily="18" charset="0"/>
              <a:cs typeface="Times New Roman" pitchFamily="18" charset="0"/>
            </a:endParaRPr>
          </a:p>
        </p:txBody>
      </p:sp>
      <p:sp>
        <p:nvSpPr>
          <p:cNvPr id="5" name="Content Placeholder 4"/>
          <p:cNvSpPr txBox="1">
            <a:spLocks noGrp="1"/>
          </p:cNvSpPr>
          <p:nvPr>
            <p:ph idx="4294967295"/>
          </p:nvPr>
        </p:nvSpPr>
        <p:spPr>
          <a:xfrm>
            <a:off x="564776" y="1104900"/>
            <a:ext cx="9950824" cy="5675913"/>
          </a:xfrm>
          <a:prstGeom prst="rect">
            <a:avLst/>
          </a:prstGeom>
          <a:noFill/>
          <a:ln>
            <a:solidFill>
              <a:schemeClr val="tx1"/>
            </a:solidFill>
          </a:ln>
        </p:spPr>
        <p:txBody>
          <a:bodyPr wrap="square" rtlCol="0">
            <a:spAutoFit/>
          </a:bodyPr>
          <a:lstStyle/>
          <a:p>
            <a:pPr fontAlgn="base"/>
            <a:r>
              <a:rPr lang="en-US" sz="1500" dirty="0"/>
              <a:t>// Input: Cost Matrix of Job Assignment problem </a:t>
            </a:r>
          </a:p>
          <a:p>
            <a:pPr fontAlgn="base"/>
            <a:r>
              <a:rPr lang="en-US" sz="1500" dirty="0"/>
              <a:t>// Output: Optimal cost and Assignment of Jobs </a:t>
            </a:r>
          </a:p>
          <a:p>
            <a:pPr fontAlgn="base"/>
            <a:r>
              <a:rPr lang="en-US" sz="1500" dirty="0"/>
              <a:t>algorithm </a:t>
            </a:r>
            <a:r>
              <a:rPr lang="en-US" sz="1500" dirty="0" err="1"/>
              <a:t>findMinCost</a:t>
            </a:r>
            <a:r>
              <a:rPr lang="en-US" sz="1500" dirty="0"/>
              <a:t> (</a:t>
            </a:r>
            <a:r>
              <a:rPr lang="en-US" sz="1500" dirty="0" err="1"/>
              <a:t>costMatrix</a:t>
            </a:r>
            <a:r>
              <a:rPr lang="en-US" sz="1500" dirty="0"/>
              <a:t> mat[][]) </a:t>
            </a:r>
          </a:p>
          <a:p>
            <a:pPr fontAlgn="base"/>
            <a:r>
              <a:rPr lang="en-US" sz="1500" dirty="0"/>
              <a:t>{ </a:t>
            </a:r>
          </a:p>
          <a:p>
            <a:pPr fontAlgn="base"/>
            <a:r>
              <a:rPr lang="en-US" sz="1500" dirty="0"/>
              <a:t>// Initialize list of live nodes (min-Heap) </a:t>
            </a:r>
          </a:p>
          <a:p>
            <a:pPr fontAlgn="base"/>
            <a:r>
              <a:rPr lang="en-US" sz="1500" dirty="0"/>
              <a:t>// with root of search tree i.e. a Dummy node </a:t>
            </a:r>
          </a:p>
          <a:p>
            <a:pPr fontAlgn="base"/>
            <a:r>
              <a:rPr lang="en-US" sz="1500" dirty="0"/>
              <a:t>while (true) </a:t>
            </a:r>
          </a:p>
          <a:p>
            <a:pPr fontAlgn="base"/>
            <a:r>
              <a:rPr lang="en-US" sz="1500" dirty="0"/>
              <a:t>{ </a:t>
            </a:r>
          </a:p>
          <a:p>
            <a:pPr fontAlgn="base"/>
            <a:r>
              <a:rPr lang="en-US" sz="1500" dirty="0"/>
              <a:t>// Find a live node with least estimated cost </a:t>
            </a:r>
          </a:p>
          <a:p>
            <a:pPr fontAlgn="base"/>
            <a:r>
              <a:rPr lang="en-US" sz="1500" dirty="0"/>
              <a:t>E = Least(); </a:t>
            </a:r>
          </a:p>
          <a:p>
            <a:pPr fontAlgn="base"/>
            <a:r>
              <a:rPr lang="en-US" sz="1500" dirty="0"/>
              <a:t>// The found node is deleted from the list </a:t>
            </a:r>
          </a:p>
          <a:p>
            <a:pPr fontAlgn="base"/>
            <a:r>
              <a:rPr lang="en-US" sz="1500" dirty="0"/>
              <a:t>// of live nodes </a:t>
            </a:r>
          </a:p>
          <a:p>
            <a:pPr fontAlgn="base"/>
            <a:r>
              <a:rPr lang="en-US" sz="1500" dirty="0"/>
              <a:t>if (E is a leaf node) </a:t>
            </a:r>
          </a:p>
          <a:p>
            <a:pPr fontAlgn="base"/>
            <a:r>
              <a:rPr lang="en-US" sz="1500" dirty="0"/>
              <a:t>{ </a:t>
            </a:r>
          </a:p>
          <a:p>
            <a:pPr fontAlgn="base"/>
            <a:r>
              <a:rPr lang="en-US" sz="1500" dirty="0" err="1"/>
              <a:t>printSolution</a:t>
            </a:r>
            <a:r>
              <a:rPr lang="en-US" sz="1500" dirty="0"/>
              <a:t>(); </a:t>
            </a:r>
          </a:p>
          <a:p>
            <a:pPr fontAlgn="base"/>
            <a:r>
              <a:rPr lang="en-US" sz="1500" dirty="0"/>
              <a:t>return;</a:t>
            </a:r>
          </a:p>
          <a:p>
            <a:pPr fontAlgn="base"/>
            <a:r>
              <a:rPr lang="en-US" sz="1500" dirty="0"/>
              <a:t> }</a:t>
            </a:r>
          </a:p>
        </p:txBody>
      </p:sp>
      <p:sp>
        <p:nvSpPr>
          <p:cNvPr id="3" name="AutoShape 2" descr="https://www.gatevidyalay.com/wp-content/uploads/2018/06/Find-Chromatic-Number-of-Graph-Problem-03-Solution.pn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6" name="TextBox 5">
            <a:extLst>
              <a:ext uri="{FF2B5EF4-FFF2-40B4-BE49-F238E27FC236}">
                <a16:creationId xmlns:a16="http://schemas.microsoft.com/office/drawing/2014/main" id="{8012AF83-115C-03DD-C152-844757873909}"/>
              </a:ext>
            </a:extLst>
          </p:cNvPr>
          <p:cNvSpPr txBox="1"/>
          <p:nvPr/>
        </p:nvSpPr>
        <p:spPr>
          <a:xfrm>
            <a:off x="9477375" y="198438"/>
            <a:ext cx="2628900" cy="781050"/>
          </a:xfrm>
          <a:prstGeom prst="rect">
            <a:avLst/>
          </a:prstGeom>
          <a:solidFill>
            <a:schemeClr val="bg1"/>
          </a:solidFill>
        </p:spPr>
        <p:txBody>
          <a:bodyPr wrap="square" rtlCol="0">
            <a:spAutoFit/>
          </a:bodyPr>
          <a:lstStyle/>
          <a:p>
            <a:endParaRPr lang="en-IN" dirty="0"/>
          </a:p>
        </p:txBody>
      </p:sp>
    </p:spTree>
    <p:extLst>
      <p:ext uri="{BB962C8B-B14F-4D97-AF65-F5344CB8AC3E}">
        <p14:creationId xmlns:p14="http://schemas.microsoft.com/office/powerpoint/2010/main" val="3501490086"/>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E91321DF-4391-4A0E-9FFF-793DE4722964}" type="slidenum">
              <a:rPr lang="en-IN" altLang="en-US" smtClean="0"/>
              <a:pPr>
                <a:defRPr/>
              </a:pPr>
              <a:t>12</a:t>
            </a:fld>
            <a:endParaRPr lang="en-IN" altLang="en-US"/>
          </a:p>
        </p:txBody>
      </p:sp>
      <p:sp>
        <p:nvSpPr>
          <p:cNvPr id="2" name="Title 1"/>
          <p:cNvSpPr>
            <a:spLocks noGrp="1"/>
          </p:cNvSpPr>
          <p:nvPr>
            <p:ph type="title" idx="4294967295"/>
          </p:nvPr>
        </p:nvSpPr>
        <p:spPr>
          <a:xfrm>
            <a:off x="753035" y="198438"/>
            <a:ext cx="6959040" cy="904875"/>
          </a:xfrm>
          <a:ln>
            <a:solidFill>
              <a:schemeClr val="tx1"/>
            </a:solidFill>
          </a:ln>
        </p:spPr>
        <p:txBody>
          <a:bodyPr/>
          <a:lstStyle/>
          <a:p>
            <a:r>
              <a:rPr lang="en-US" sz="4400" dirty="0"/>
              <a:t>Algorithm</a:t>
            </a:r>
            <a:endParaRPr lang="en-US" sz="4400" b="1" dirty="0">
              <a:solidFill>
                <a:schemeClr val="tx1"/>
              </a:solidFill>
              <a:latin typeface="Times New Roman" pitchFamily="18" charset="0"/>
              <a:cs typeface="Times New Roman" pitchFamily="18" charset="0"/>
            </a:endParaRPr>
          </a:p>
        </p:txBody>
      </p:sp>
      <p:sp>
        <p:nvSpPr>
          <p:cNvPr id="5" name="Content Placeholder 4"/>
          <p:cNvSpPr txBox="1">
            <a:spLocks noGrp="1"/>
          </p:cNvSpPr>
          <p:nvPr>
            <p:ph idx="4294967295"/>
          </p:nvPr>
        </p:nvSpPr>
        <p:spPr>
          <a:xfrm>
            <a:off x="0" y="1311275"/>
            <a:ext cx="10515600" cy="3784600"/>
          </a:xfrm>
          <a:prstGeom prst="rect">
            <a:avLst/>
          </a:prstGeom>
          <a:noFill/>
          <a:ln>
            <a:solidFill>
              <a:schemeClr val="tx1"/>
            </a:solidFill>
          </a:ln>
        </p:spPr>
        <p:txBody>
          <a:bodyPr wrap="square" rtlCol="0">
            <a:spAutoFit/>
          </a:bodyPr>
          <a:lstStyle/>
          <a:p>
            <a:r>
              <a:rPr lang="en-US" sz="2400" dirty="0"/>
              <a:t>for each child x of E </a:t>
            </a:r>
          </a:p>
          <a:p>
            <a:r>
              <a:rPr lang="en-US" sz="2400" dirty="0"/>
              <a:t>{ </a:t>
            </a:r>
          </a:p>
          <a:p>
            <a:r>
              <a:rPr lang="en-US" sz="2400" dirty="0"/>
              <a:t>Add(x); // Add x to list of live nodes; </a:t>
            </a:r>
          </a:p>
          <a:p>
            <a:r>
              <a:rPr lang="en-US" sz="2400" dirty="0"/>
              <a:t>x-&gt;parent = E; </a:t>
            </a:r>
          </a:p>
          <a:p>
            <a:r>
              <a:rPr lang="en-US" sz="2400" dirty="0"/>
              <a:t>// Pointer for path to root </a:t>
            </a:r>
          </a:p>
          <a:p>
            <a:r>
              <a:rPr lang="en-US" sz="2400" dirty="0"/>
              <a:t>} </a:t>
            </a:r>
          </a:p>
          <a:p>
            <a:r>
              <a:rPr lang="en-US" sz="2400" dirty="0"/>
              <a:t>}</a:t>
            </a:r>
          </a:p>
          <a:p>
            <a:r>
              <a:rPr lang="en-US" sz="2400" dirty="0"/>
              <a:t>}</a:t>
            </a:r>
          </a:p>
        </p:txBody>
      </p:sp>
      <p:sp>
        <p:nvSpPr>
          <p:cNvPr id="3" name="TextBox 2">
            <a:extLst>
              <a:ext uri="{FF2B5EF4-FFF2-40B4-BE49-F238E27FC236}">
                <a16:creationId xmlns:a16="http://schemas.microsoft.com/office/drawing/2014/main" id="{A37DDC5C-580A-EB6B-2D59-7255FA91A172}"/>
              </a:ext>
            </a:extLst>
          </p:cNvPr>
          <p:cNvSpPr txBox="1"/>
          <p:nvPr/>
        </p:nvSpPr>
        <p:spPr>
          <a:xfrm>
            <a:off x="9477375" y="198438"/>
            <a:ext cx="2609850" cy="904875"/>
          </a:xfrm>
          <a:prstGeom prst="rect">
            <a:avLst/>
          </a:prstGeom>
          <a:solidFill>
            <a:schemeClr val="bg1"/>
          </a:solidFill>
        </p:spPr>
        <p:txBody>
          <a:bodyPr wrap="square" rtlCol="0">
            <a:spAutoFit/>
          </a:bodyPr>
          <a:lstStyle/>
          <a:p>
            <a:endParaRPr lang="en-IN" dirty="0"/>
          </a:p>
        </p:txBody>
      </p:sp>
    </p:spTree>
    <p:extLst>
      <p:ext uri="{BB962C8B-B14F-4D97-AF65-F5344CB8AC3E}">
        <p14:creationId xmlns:p14="http://schemas.microsoft.com/office/powerpoint/2010/main" val="510751038"/>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36526"/>
            <a:ext cx="10515600" cy="953366"/>
          </a:xfrm>
        </p:spPr>
        <p:txBody>
          <a:bodyPr anchor="t">
            <a:normAutofit fontScale="90000"/>
          </a:bodyPr>
          <a:lstStyle/>
          <a:p>
            <a:pPr algn="l"/>
            <a:br>
              <a:rPr lang="en-US" sz="1800" dirty="0">
                <a:latin typeface="Times New Roman" pitchFamily="18" charset="0"/>
                <a:cs typeface="Times New Roman" pitchFamily="18" charset="0"/>
              </a:rPr>
            </a:br>
            <a:br>
              <a:rPr lang="en-US" sz="1800" dirty="0">
                <a:latin typeface="Times New Roman" pitchFamily="18" charset="0"/>
                <a:cs typeface="Times New Roman" pitchFamily="18" charset="0"/>
              </a:rPr>
            </a:br>
            <a:br>
              <a:rPr lang="en-US" sz="1800" dirty="0">
                <a:latin typeface="Times New Roman" pitchFamily="18" charset="0"/>
                <a:cs typeface="Times New Roman" pitchFamily="18" charset="0"/>
              </a:rPr>
            </a:br>
            <a:br>
              <a:rPr lang="en-US" sz="1600" dirty="0">
                <a:latin typeface="Times New Roman" pitchFamily="18" charset="0"/>
                <a:cs typeface="Times New Roman" pitchFamily="18" charset="0"/>
              </a:rPr>
            </a:br>
            <a:br>
              <a:rPr lang="en-US" sz="1600" dirty="0">
                <a:latin typeface="Times New Roman" pitchFamily="18" charset="0"/>
                <a:cs typeface="Times New Roman" pitchFamily="18" charset="0"/>
              </a:rPr>
            </a:br>
            <a:r>
              <a:rPr lang="en-US" sz="1600" dirty="0">
                <a:latin typeface="Times New Roman" pitchFamily="18" charset="0"/>
                <a:cs typeface="Times New Roman" pitchFamily="18" charset="0"/>
              </a:rPr>
              <a:t>1)  https://www.tutorialspoint.com/data_structures_algorithms/divide_and_conquer.htm</a:t>
            </a:r>
            <a:br>
              <a:rPr lang="en-US" sz="1600" dirty="0">
                <a:latin typeface="Times New Roman" pitchFamily="18" charset="0"/>
                <a:cs typeface="Times New Roman" pitchFamily="18" charset="0"/>
              </a:rPr>
            </a:br>
            <a:br>
              <a:rPr lang="en-US" sz="1600" dirty="0">
                <a:latin typeface="Times New Roman" pitchFamily="18" charset="0"/>
                <a:cs typeface="Times New Roman" pitchFamily="18" charset="0"/>
              </a:rPr>
            </a:br>
            <a:r>
              <a:rPr lang="en-US" sz="1600" dirty="0">
                <a:latin typeface="Times New Roman" pitchFamily="18" charset="0"/>
                <a:cs typeface="Times New Roman" pitchFamily="18" charset="0"/>
              </a:rPr>
              <a:t>2)  </a:t>
            </a:r>
            <a:r>
              <a:rPr lang="en-US" sz="1600" b="1" dirty="0">
                <a:latin typeface="Times New Roman" pitchFamily="18" charset="0"/>
                <a:cs typeface="Times New Roman" pitchFamily="18" charset="0"/>
              </a:rPr>
              <a:t>Data Structures and Algorithms made easy</a:t>
            </a:r>
            <a:r>
              <a:rPr lang="en-US" sz="1600" dirty="0">
                <a:latin typeface="Times New Roman" pitchFamily="18" charset="0"/>
                <a:cs typeface="Times New Roman" pitchFamily="18" charset="0"/>
              </a:rPr>
              <a:t> By Narasimha </a:t>
            </a:r>
            <a:r>
              <a:rPr lang="en-US" sz="1600" dirty="0" err="1">
                <a:latin typeface="Times New Roman" pitchFamily="18" charset="0"/>
                <a:cs typeface="Times New Roman" pitchFamily="18" charset="0"/>
              </a:rPr>
              <a:t>Karumanchi</a:t>
            </a:r>
            <a:r>
              <a:rPr lang="en-US" sz="1600" dirty="0">
                <a:latin typeface="Times New Roman" pitchFamily="18" charset="0"/>
                <a:cs typeface="Times New Roman" pitchFamily="18" charset="0"/>
              </a:rPr>
              <a:t>.</a:t>
            </a:r>
            <a:br>
              <a:rPr lang="en-US" sz="1600" dirty="0">
                <a:latin typeface="Times New Roman" pitchFamily="18" charset="0"/>
                <a:cs typeface="Times New Roman" pitchFamily="18" charset="0"/>
              </a:rPr>
            </a:br>
            <a:br>
              <a:rPr lang="en-US" sz="1600" dirty="0">
                <a:latin typeface="Times New Roman" pitchFamily="18" charset="0"/>
                <a:cs typeface="Times New Roman" pitchFamily="18" charset="0"/>
              </a:rPr>
            </a:br>
            <a:r>
              <a:rPr lang="en-US" sz="1600" dirty="0">
                <a:latin typeface="Times New Roman" pitchFamily="18" charset="0"/>
                <a:cs typeface="Times New Roman" pitchFamily="18" charset="0"/>
              </a:rPr>
              <a:t>3)  The Algorithm Design Manual, 2nd Edition by Steven S </a:t>
            </a:r>
            <a:r>
              <a:rPr lang="en-US" sz="1600" dirty="0" err="1">
                <a:latin typeface="Times New Roman" pitchFamily="18" charset="0"/>
                <a:cs typeface="Times New Roman" pitchFamily="18" charset="0"/>
              </a:rPr>
              <a:t>Skiena</a:t>
            </a:r>
            <a:br>
              <a:rPr lang="en-US" sz="1600" dirty="0">
                <a:latin typeface="Times New Roman" pitchFamily="18" charset="0"/>
                <a:cs typeface="Times New Roman" pitchFamily="18" charset="0"/>
              </a:rPr>
            </a:br>
            <a:br>
              <a:rPr lang="en-US" sz="1600" dirty="0">
                <a:latin typeface="Times New Roman" pitchFamily="18" charset="0"/>
                <a:cs typeface="Times New Roman" pitchFamily="18" charset="0"/>
              </a:rPr>
            </a:br>
            <a:r>
              <a:rPr lang="en-US" sz="1600" dirty="0">
                <a:latin typeface="Times New Roman" pitchFamily="18" charset="0"/>
                <a:cs typeface="Times New Roman" pitchFamily="18" charset="0"/>
              </a:rPr>
              <a:t>4) </a:t>
            </a:r>
            <a:r>
              <a:rPr lang="en-US" sz="1600" b="1" dirty="0">
                <a:latin typeface="Times New Roman" pitchFamily="18" charset="0"/>
                <a:cs typeface="Times New Roman" pitchFamily="18" charset="0"/>
              </a:rPr>
              <a:t>Fundamentals of Computer Algorithms - Horowitz and </a:t>
            </a:r>
            <a:r>
              <a:rPr lang="en-US" sz="1600" b="1" dirty="0" err="1">
                <a:latin typeface="Times New Roman" pitchFamily="18" charset="0"/>
                <a:cs typeface="Times New Roman" pitchFamily="18" charset="0"/>
              </a:rPr>
              <a:t>Sahani</a:t>
            </a:r>
            <a:r>
              <a:rPr lang="en-US" sz="1600" dirty="0">
                <a:latin typeface="Times New Roman" pitchFamily="18" charset="0"/>
                <a:cs typeface="Times New Roman" pitchFamily="18" charset="0"/>
              </a:rPr>
              <a:t> </a:t>
            </a:r>
            <a:br>
              <a:rPr lang="en-US" sz="1800" dirty="0">
                <a:latin typeface="Times New Roman" pitchFamily="18" charset="0"/>
                <a:cs typeface="Times New Roman" pitchFamily="18" charset="0"/>
              </a:rPr>
            </a:br>
            <a:br>
              <a:rPr lang="en-US" sz="1800" dirty="0">
                <a:latin typeface="Times New Roman" pitchFamily="18" charset="0"/>
                <a:cs typeface="Times New Roman" pitchFamily="18" charset="0"/>
              </a:rPr>
            </a:br>
            <a:endParaRPr lang="en-IN" sz="1800" dirty="0">
              <a:latin typeface="Times New Roman" pitchFamily="18" charset="0"/>
              <a:cs typeface="Times New Roman" pitchFamily="18" charset="0"/>
            </a:endParaRPr>
          </a:p>
        </p:txBody>
      </p:sp>
      <p:sp>
        <p:nvSpPr>
          <p:cNvPr id="3" name="Rectangle 2"/>
          <p:cNvSpPr/>
          <p:nvPr/>
        </p:nvSpPr>
        <p:spPr>
          <a:xfrm>
            <a:off x="838203" y="192885"/>
            <a:ext cx="8693727" cy="769441"/>
          </a:xfrm>
          <a:prstGeom prst="rect">
            <a:avLst/>
          </a:prstGeom>
        </p:spPr>
        <p:txBody>
          <a:bodyPr wrap="square">
            <a:spAutoFit/>
          </a:bodyPr>
          <a:lstStyle/>
          <a:p>
            <a:pPr algn="ctr"/>
            <a:r>
              <a:rPr lang="en-US" sz="4400" b="1" dirty="0">
                <a:latin typeface="Times New Roman" pitchFamily="18" charset="0"/>
                <a:cs typeface="Times New Roman" pitchFamily="18" charset="0"/>
              </a:rPr>
              <a:t>References</a:t>
            </a:r>
            <a:endParaRPr lang="en-IN" sz="4400" b="1" dirty="0">
              <a:latin typeface="Times New Roman" pitchFamily="18" charset="0"/>
              <a:cs typeface="Times New Roman" pitchFamily="18" charset="0"/>
            </a:endParaRPr>
          </a:p>
        </p:txBody>
      </p:sp>
      <p:sp>
        <p:nvSpPr>
          <p:cNvPr id="5" name="Rectangle 4">
            <a:extLst>
              <a:ext uri="{FF2B5EF4-FFF2-40B4-BE49-F238E27FC236}">
                <a16:creationId xmlns:a16="http://schemas.microsoft.com/office/drawing/2014/main" id="{097571AD-EF65-4378-86D6-3AF0DD73CA0C}"/>
              </a:ext>
            </a:extLst>
          </p:cNvPr>
          <p:cNvSpPr/>
          <p:nvPr/>
        </p:nvSpPr>
        <p:spPr>
          <a:xfrm>
            <a:off x="838200" y="1089891"/>
            <a:ext cx="10515600" cy="5082309"/>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6" name="Rectangle 5">
            <a:extLst>
              <a:ext uri="{FF2B5EF4-FFF2-40B4-BE49-F238E27FC236}">
                <a16:creationId xmlns:a16="http://schemas.microsoft.com/office/drawing/2014/main" id="{B5855C06-9819-4A06-9C49-58CDAD8CD94B}"/>
              </a:ext>
            </a:extLst>
          </p:cNvPr>
          <p:cNvSpPr/>
          <p:nvPr/>
        </p:nvSpPr>
        <p:spPr>
          <a:xfrm>
            <a:off x="838202" y="136528"/>
            <a:ext cx="8758383" cy="76944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7" name="Slide Number Placeholder 6">
            <a:extLst>
              <a:ext uri="{FF2B5EF4-FFF2-40B4-BE49-F238E27FC236}">
                <a16:creationId xmlns:a16="http://schemas.microsoft.com/office/drawing/2014/main" id="{1DD8B716-3EDB-4874-B04B-3AC9D49BCFFE}"/>
              </a:ext>
            </a:extLst>
          </p:cNvPr>
          <p:cNvSpPr>
            <a:spLocks noGrp="1"/>
          </p:cNvSpPr>
          <p:nvPr>
            <p:ph type="sldNum" sz="quarter" idx="12"/>
          </p:nvPr>
        </p:nvSpPr>
        <p:spPr/>
        <p:txBody>
          <a:bodyPr/>
          <a:lstStyle/>
          <a:p>
            <a:fld id="{BDCDBBEF-AA6C-4BA6-85B2-A17D7F280E38}" type="slidenum">
              <a:rPr lang="en-US" smtClean="0"/>
              <a:pPr/>
              <a:t>13</a:t>
            </a:fld>
            <a:endParaRPr lang="en-US"/>
          </a:p>
        </p:txBody>
      </p:sp>
      <p:sp>
        <p:nvSpPr>
          <p:cNvPr id="4" name="TextBox 3">
            <a:extLst>
              <a:ext uri="{FF2B5EF4-FFF2-40B4-BE49-F238E27FC236}">
                <a16:creationId xmlns:a16="http://schemas.microsoft.com/office/drawing/2014/main" id="{42D18F08-6B6A-9907-9262-8B176D6E4F82}"/>
              </a:ext>
            </a:extLst>
          </p:cNvPr>
          <p:cNvSpPr txBox="1"/>
          <p:nvPr/>
        </p:nvSpPr>
        <p:spPr>
          <a:xfrm>
            <a:off x="9531931" y="192885"/>
            <a:ext cx="2564820" cy="712850"/>
          </a:xfrm>
          <a:prstGeom prst="rect">
            <a:avLst/>
          </a:prstGeom>
          <a:solidFill>
            <a:schemeClr val="bg1"/>
          </a:solidFill>
        </p:spPr>
        <p:txBody>
          <a:bodyPr wrap="square" rtlCol="0">
            <a:spAutoFit/>
          </a:bodyPr>
          <a:lstStyle/>
          <a:p>
            <a:endParaRPr lang="en-IN" dirty="0"/>
          </a:p>
        </p:txBody>
      </p:sp>
    </p:spTree>
    <p:extLst>
      <p:ext uri="{BB962C8B-B14F-4D97-AF65-F5344CB8AC3E}">
        <p14:creationId xmlns:p14="http://schemas.microsoft.com/office/powerpoint/2010/main" val="6804761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p:cNvSpPr/>
          <p:nvPr/>
        </p:nvSpPr>
        <p:spPr>
          <a:xfrm>
            <a:off x="0" y="-76200"/>
            <a:ext cx="12192000" cy="4686300"/>
          </a:xfrm>
          <a:prstGeom prst="rect">
            <a:avLst/>
          </a:prstGeom>
          <a:solidFill>
            <a:schemeClr val="accent6">
              <a:lumMod val="50000"/>
              <a:alpha val="60000"/>
            </a:schemeClr>
          </a:solidFill>
          <a:ln w="12700" cap="flat" cmpd="sng" algn="ctr">
            <a:noFill/>
            <a:prstDash val="solid"/>
            <a:miter lim="800000"/>
          </a:ln>
          <a:effectLst/>
        </p:spPr>
        <p:txBody>
          <a:bodyPr anchor="ctr"/>
          <a:lstStyle/>
          <a:p>
            <a:pPr algn="ctr" eaLnBrk="1" fontAlgn="auto" hangingPunct="1">
              <a:spcBef>
                <a:spcPts val="0"/>
              </a:spcBef>
              <a:spcAft>
                <a:spcPts val="0"/>
              </a:spcAft>
              <a:defRPr/>
            </a:pPr>
            <a:r>
              <a:rPr lang="en-US" dirty="0">
                <a:solidFill>
                  <a:prstClr val="white"/>
                </a:solidFill>
                <a:latin typeface="Calibri Light"/>
                <a:cs typeface="+mn-cs"/>
              </a:rPr>
              <a:t> </a:t>
            </a:r>
          </a:p>
        </p:txBody>
      </p:sp>
      <p:cxnSp>
        <p:nvCxnSpPr>
          <p:cNvPr id="18" name="Straight Connector 17"/>
          <p:cNvCxnSpPr>
            <a:cxnSpLocks/>
          </p:cNvCxnSpPr>
          <p:nvPr/>
        </p:nvCxnSpPr>
        <p:spPr>
          <a:xfrm>
            <a:off x="9347200" y="9525"/>
            <a:ext cx="1828800" cy="182880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a:cxnSpLocks/>
          </p:cNvCxnSpPr>
          <p:nvPr/>
        </p:nvCxnSpPr>
        <p:spPr>
          <a:xfrm>
            <a:off x="10169526" y="2"/>
            <a:ext cx="663575" cy="663575"/>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a:cxnSpLocks/>
          </p:cNvCxnSpPr>
          <p:nvPr/>
        </p:nvCxnSpPr>
        <p:spPr>
          <a:xfrm>
            <a:off x="733425" y="6294438"/>
            <a:ext cx="558800" cy="55880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a:cxnSpLocks/>
          </p:cNvCxnSpPr>
          <p:nvPr/>
        </p:nvCxnSpPr>
        <p:spPr>
          <a:xfrm>
            <a:off x="390526" y="5148265"/>
            <a:ext cx="1728788" cy="1728787"/>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44039" name="Title 1"/>
          <p:cNvSpPr txBox="1">
            <a:spLocks/>
          </p:cNvSpPr>
          <p:nvPr/>
        </p:nvSpPr>
        <p:spPr bwMode="auto">
          <a:xfrm>
            <a:off x="1485901" y="2249488"/>
            <a:ext cx="10725151" cy="1230312"/>
          </a:xfrm>
          <a:prstGeom prst="rect">
            <a:avLst/>
          </a:prstGeom>
          <a:noFill/>
          <a:ln w="9525">
            <a:noFill/>
            <a:miter lim="800000"/>
            <a:headEnd/>
            <a:tailEnd/>
          </a:ln>
        </p:spPr>
        <p:txBody>
          <a:bodyPr lIns="0" tIns="0" rIns="0" bIns="0" anchor="ctr">
            <a:spAutoFit/>
          </a:bodyPr>
          <a:lstStyle/>
          <a:p>
            <a:pPr algn="ctr" eaLnBrk="1" hangingPunct="1"/>
            <a:r>
              <a:rPr lang="en-US" altLang="en-US" sz="8000">
                <a:solidFill>
                  <a:srgbClr val="FFFFFF"/>
                </a:solidFill>
                <a:latin typeface="Casper" pitchFamily="2" charset="0"/>
                <a:cs typeface="Segoe UI" pitchFamily="34" charset="0"/>
              </a:rPr>
              <a:t>THANK YOU</a:t>
            </a:r>
          </a:p>
        </p:txBody>
      </p:sp>
      <p:sp>
        <p:nvSpPr>
          <p:cNvPr id="44040" name="Diamond 6"/>
          <p:cNvSpPr>
            <a:spLocks noChangeArrowheads="1"/>
          </p:cNvSpPr>
          <p:nvPr/>
        </p:nvSpPr>
        <p:spPr bwMode="auto">
          <a:xfrm>
            <a:off x="2641602" y="1214438"/>
            <a:ext cx="2430463" cy="3225800"/>
          </a:xfrm>
          <a:custGeom>
            <a:avLst/>
            <a:gdLst>
              <a:gd name="T0" fmla="*/ 2430463 w 2430463"/>
              <a:gd name="T1" fmla="*/ 2413000 h 3225800"/>
              <a:gd name="T2" fmla="*/ 1612919 w 2430463"/>
              <a:gd name="T3" fmla="*/ 3225800 h 3225800"/>
              <a:gd name="T4" fmla="*/ 0 w 2430463"/>
              <a:gd name="T5" fmla="*/ 1612900 h 3225800"/>
              <a:gd name="T6" fmla="*/ 1612919 w 2430463"/>
              <a:gd name="T7" fmla="*/ 0 h 3225800"/>
              <a:gd name="T8" fmla="*/ 2430463 w 2430463"/>
              <a:gd name="T9" fmla="*/ 817563 h 3225800"/>
              <a:gd name="T10" fmla="*/ 0 60000 65536"/>
              <a:gd name="T11" fmla="*/ 0 60000 65536"/>
              <a:gd name="T12" fmla="*/ 0 60000 65536"/>
              <a:gd name="T13" fmla="*/ 0 60000 65536"/>
              <a:gd name="T14" fmla="*/ 0 60000 65536"/>
              <a:gd name="T15" fmla="*/ 0 w 2430463"/>
              <a:gd name="T16" fmla="*/ 0 h 3225800"/>
              <a:gd name="T17" fmla="*/ 2430463 w 2430463"/>
              <a:gd name="T18" fmla="*/ 3225800 h 3225800"/>
            </a:gdLst>
            <a:ahLst/>
            <a:cxnLst>
              <a:cxn ang="T10">
                <a:pos x="T0" y="T1"/>
              </a:cxn>
              <a:cxn ang="T11">
                <a:pos x="T2" y="T3"/>
              </a:cxn>
              <a:cxn ang="T12">
                <a:pos x="T4" y="T5"/>
              </a:cxn>
              <a:cxn ang="T13">
                <a:pos x="T6" y="T7"/>
              </a:cxn>
              <a:cxn ang="T14">
                <a:pos x="T8" y="T9"/>
              </a:cxn>
            </a:cxnLst>
            <a:rect l="T15" t="T16" r="T17" b="T18"/>
            <a:pathLst>
              <a:path w="2430463" h="3225800">
                <a:moveTo>
                  <a:pt x="2430463" y="2413000"/>
                </a:moveTo>
                <a:lnTo>
                  <a:pt x="1612900" y="3225800"/>
                </a:lnTo>
                <a:lnTo>
                  <a:pt x="0" y="1612900"/>
                </a:lnTo>
                <a:lnTo>
                  <a:pt x="1612900" y="0"/>
                </a:lnTo>
                <a:lnTo>
                  <a:pt x="2430463" y="817563"/>
                </a:lnTo>
              </a:path>
            </a:pathLst>
          </a:custGeom>
          <a:noFill/>
          <a:ln w="38100" algn="ctr">
            <a:solidFill>
              <a:schemeClr val="bg1"/>
            </a:solidFill>
            <a:miter lim="800000"/>
            <a:headEnd/>
            <a:tailEnd/>
          </a:ln>
        </p:spPr>
        <p:txBody>
          <a:bodyPr anchor="ctr"/>
          <a:lstStyle/>
          <a:p>
            <a:endParaRPr lang="en-US"/>
          </a:p>
        </p:txBody>
      </p:sp>
      <p:sp>
        <p:nvSpPr>
          <p:cNvPr id="44041" name="Diamond 6"/>
          <p:cNvSpPr>
            <a:spLocks noChangeArrowheads="1"/>
          </p:cNvSpPr>
          <p:nvPr/>
        </p:nvSpPr>
        <p:spPr bwMode="auto">
          <a:xfrm>
            <a:off x="2898777" y="1214438"/>
            <a:ext cx="2430463" cy="3225800"/>
          </a:xfrm>
          <a:custGeom>
            <a:avLst/>
            <a:gdLst>
              <a:gd name="T0" fmla="*/ 2430463 w 2430463"/>
              <a:gd name="T1" fmla="*/ 2413000 h 3225800"/>
              <a:gd name="T2" fmla="*/ 1612919 w 2430463"/>
              <a:gd name="T3" fmla="*/ 3225800 h 3225800"/>
              <a:gd name="T4" fmla="*/ 0 w 2430463"/>
              <a:gd name="T5" fmla="*/ 1612900 h 3225800"/>
              <a:gd name="T6" fmla="*/ 1612919 w 2430463"/>
              <a:gd name="T7" fmla="*/ 0 h 3225800"/>
              <a:gd name="T8" fmla="*/ 2430463 w 2430463"/>
              <a:gd name="T9" fmla="*/ 817563 h 3225800"/>
              <a:gd name="T10" fmla="*/ 0 60000 65536"/>
              <a:gd name="T11" fmla="*/ 0 60000 65536"/>
              <a:gd name="T12" fmla="*/ 0 60000 65536"/>
              <a:gd name="T13" fmla="*/ 0 60000 65536"/>
              <a:gd name="T14" fmla="*/ 0 60000 65536"/>
              <a:gd name="T15" fmla="*/ 0 w 2430463"/>
              <a:gd name="T16" fmla="*/ 0 h 3225800"/>
              <a:gd name="T17" fmla="*/ 2430463 w 2430463"/>
              <a:gd name="T18" fmla="*/ 3225800 h 3225800"/>
            </a:gdLst>
            <a:ahLst/>
            <a:cxnLst>
              <a:cxn ang="T10">
                <a:pos x="T0" y="T1"/>
              </a:cxn>
              <a:cxn ang="T11">
                <a:pos x="T2" y="T3"/>
              </a:cxn>
              <a:cxn ang="T12">
                <a:pos x="T4" y="T5"/>
              </a:cxn>
              <a:cxn ang="T13">
                <a:pos x="T6" y="T7"/>
              </a:cxn>
              <a:cxn ang="T14">
                <a:pos x="T8" y="T9"/>
              </a:cxn>
            </a:cxnLst>
            <a:rect l="T15" t="T16" r="T17" b="T18"/>
            <a:pathLst>
              <a:path w="2430463" h="3225800">
                <a:moveTo>
                  <a:pt x="2430463" y="2413000"/>
                </a:moveTo>
                <a:lnTo>
                  <a:pt x="1612900" y="3225800"/>
                </a:lnTo>
                <a:lnTo>
                  <a:pt x="0" y="1612900"/>
                </a:lnTo>
                <a:lnTo>
                  <a:pt x="1612900" y="0"/>
                </a:lnTo>
                <a:lnTo>
                  <a:pt x="2430463" y="817563"/>
                </a:lnTo>
              </a:path>
            </a:pathLst>
          </a:custGeom>
          <a:noFill/>
          <a:ln w="38100" algn="ctr">
            <a:solidFill>
              <a:srgbClr val="FFFFFF"/>
            </a:solidFill>
            <a:miter lim="800000"/>
            <a:headEnd/>
            <a:tailEnd/>
          </a:ln>
        </p:spPr>
        <p:txBody>
          <a:bodyPr anchor="ctr"/>
          <a:lstStyle/>
          <a:p>
            <a:endParaRPr lang="en-US"/>
          </a:p>
        </p:txBody>
      </p:sp>
      <p:sp>
        <p:nvSpPr>
          <p:cNvPr id="44043" name="Slide Number Placeholder 2"/>
          <p:cNvSpPr>
            <a:spLocks noGrp="1"/>
          </p:cNvSpPr>
          <p:nvPr>
            <p:ph type="sldNum" sz="quarter" idx="12"/>
          </p:nvPr>
        </p:nvSpPr>
        <p:spPr bwMode="auto">
          <a:noFill/>
          <a:ln>
            <a:miter lim="800000"/>
            <a:headEnd/>
            <a:tailEnd/>
          </a:ln>
        </p:spPr>
        <p:txBody>
          <a:bodyPr/>
          <a:lstStyle/>
          <a:p>
            <a:fld id="{B7962362-1F08-47BC-B5C0-8D11A861320F}" type="slidenum">
              <a:rPr lang="en-IN" altLang="en-US" smtClean="0"/>
              <a:pPr/>
              <a:t>14</a:t>
            </a:fld>
            <a:endParaRPr lang="en-IN" altLang="en-US"/>
          </a:p>
        </p:txBody>
      </p:sp>
      <p:sp>
        <p:nvSpPr>
          <p:cNvPr id="2" name="TextBox 1">
            <a:extLst>
              <a:ext uri="{FF2B5EF4-FFF2-40B4-BE49-F238E27FC236}">
                <a16:creationId xmlns:a16="http://schemas.microsoft.com/office/drawing/2014/main" id="{E91A14E0-0B6A-11EC-AF8B-29F42B1FC4AE}"/>
              </a:ext>
            </a:extLst>
          </p:cNvPr>
          <p:cNvSpPr txBox="1"/>
          <p:nvPr/>
        </p:nvSpPr>
        <p:spPr>
          <a:xfrm>
            <a:off x="9486900" y="85725"/>
            <a:ext cx="2609850" cy="1033463"/>
          </a:xfrm>
          <a:prstGeom prst="rect">
            <a:avLst/>
          </a:prstGeom>
          <a:solidFill>
            <a:schemeClr val="accent6">
              <a:lumMod val="40000"/>
              <a:lumOff val="60000"/>
            </a:schemeClr>
          </a:solidFill>
        </p:spPr>
        <p:txBody>
          <a:bodyPr wrap="square" rtlCol="0">
            <a:spAutoFit/>
          </a:bodyPr>
          <a:lstStyle/>
          <a:p>
            <a:endParaRPr lang="en-IN" dirty="0"/>
          </a:p>
        </p:txBody>
      </p:sp>
    </p:spTree>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ISPRING_LMS_API_VERSION" val="SCORM 2004 (2nd edition)"/>
  <p:tag name="ISPRING_ULTRA_SCORM_COURSE_ID" val="B495BB88-27AE-4681-99B1-1C780E828FE1"/>
  <p:tag name="ISPRING_CMI5_LAUNCH_METHOD" val="any window"/>
  <p:tag name="ISPRING_SCORM_ENDPOINT" val="&lt;endpoint&gt;&lt;enable&gt;0&lt;/enable&gt;&lt;lrs&gt;http://&lt;/lrs&gt;&lt;auth&gt;0&lt;/auth&gt;&lt;login&gt;&lt;/login&gt;&lt;password&gt;&lt;/password&gt;&lt;key&gt;&lt;/key&gt;&lt;name&gt;&lt;/name&gt;&lt;email&gt;&lt;/email&gt;&lt;/endpoint&gt;&#10;"/>
  <p:tag name="ISPRINGCLOUDFOLDERID" val="1"/>
  <p:tag name="ISPRINGONLINEFOLDERID" val="1"/>
  <p:tag name="ISPRING_OUTPUT_FOLDER" val="[[&quot;(S\u05AA{B77A30D0-7931-4982-8668-408EA18FF74A}&quot;,&quot;C:\\Users\\LENOVO\\Desktop\\Machine Learning  May-Dec2020\\PPTsNewFormat&quot;]]"/>
  <p:tag name="ISPRING_PUBLISH_SETTINGS" val="{&quot;commonSettings&quot;:{&quot;webSettings&quot;:{&quot;useMobileViewer&quot;:&quot;T_FALSE&quot;},&quot;lmsSettings&quot;:{&quot;useMobileViewer&quot;:&quot;T_FALSE&quot;},&quot;cloudSettings&quot;:{&quot;useMobileViewer&quot;:&quot;T_FALSE&quot;},&quot;ispringLmsSettings&quot;:{&quot;useMobileViewer&quot;:&quot;T_FALSE&quot;},&quot;playerId&quot;:&quot;universal&quot;},&quot;advancedSettings&quot;:{&quot;enableTextAllocation&quot;:&quot;T_TRUE&quot;,&quot;viewingFromLocalDrive&quot;:&quot;T_TRUE&quot;,&quot;contentScale&quot;:75,&quot;contentScaleMode&quot;:&quot;SCALE&quot;},&quot;accessibilitySettings&quot;:{&quot;enabled&quot;:&quot;T_TRUE&quot;,&quot;language&quot;:&quot;EN&quot;},&quot;compressionSettings&quot;:{&quot;imageSettings&quot;:{&quot;jpegQuality&quot;:70,&quot;optimizeImageForResolution&quot;:&quot;T_FALSE&quot;},&quot;audioQuality&quot;:70,&quot;videoQuality&quot;:65},&quot;protectionSettings&quot;:{&quot;watermarkEnabled&quot;:&quot;T_FALSE&quot;,&quot;watermarkPosition&quot;:&quot;MIDDLE_CENTER&quot;,&quot;openWatermarkUrl&quot;:&quot;T_FALSE&quot;,&quot;openWatermarkWebPageInNewWindow&quot;:&quot;T_FALSE&quot;,&quot;displayAfterEnabled&quot;:&quot;T_FALSE&quot;,&quot;displayUntilEnabled&quot;:&quot;T_FALSE&quot;,&quot;domainRestrictionEnabled&quot;:&quot;T_FALSE&quot;,&quot;enablePassword&quot;:&quot;T_FALSE&quot;},&quot;videoSettings&quot;:{&quot;videoCompressionSettings&quot;:{&quot;audioQuality&quot;:70,&quot;videoQuality&quot;:75},&quot;secondsOnEachSlide&quot;:5,&quot;hostingSettings&quot;:{}},&quot;ispringOnlineSettings&quot;:{&quot;onlineDestinationFolderId&quot;:&quot;1&quot;},&quot;cloudSettings&quot;:{&quot;onlineDestinationFolderId&quot;:&quot;1&quot;},&quot;wordSettings&quot;:{&quot;printCopies&quot;:1}}"/>
  <p:tag name="ISPRING_SCORM_RATE_SLIDES" val="0"/>
  <p:tag name="ISPRING_SCORM_RATE_QUIZZES" val="0"/>
  <p:tag name="ISPRING_SCORM_PASSING_SCORE" val="0.000000"/>
  <p:tag name="ISPRING_CURRENT_PLAYER_ID" val="universal"/>
  <p:tag name="ISPRING_PRESENTATION_TITLE" val="Lecture 11"/>
  <p:tag name="ISPRING_FIRST_PUBLISH" val="1"/>
</p:tagLst>
</file>

<file path=ppt/theme/theme1.xml><?xml version="1.0" encoding="utf-8"?>
<a:theme xmlns:a="http://schemas.openxmlformats.org/drawingml/2006/main" name="Theme1">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Theme1</Template>
  <TotalTime>21040</TotalTime>
  <Words>1007</Words>
  <Application>Microsoft Office PowerPoint</Application>
  <PresentationFormat>Widescreen</PresentationFormat>
  <Paragraphs>105</Paragraphs>
  <Slides>14</Slides>
  <Notes>13</Notes>
  <HiddenSlides>0</HiddenSlides>
  <MMClips>0</MMClips>
  <ScaleCrop>false</ScaleCrop>
  <HeadingPairs>
    <vt:vector size="8" baseType="variant">
      <vt:variant>
        <vt:lpstr>Fonts Used</vt:lpstr>
      </vt:variant>
      <vt:variant>
        <vt:i4>7</vt:i4>
      </vt:variant>
      <vt:variant>
        <vt:lpstr>Theme</vt:lpstr>
      </vt:variant>
      <vt:variant>
        <vt:i4>2</vt:i4>
      </vt:variant>
      <vt:variant>
        <vt:lpstr>Embedded OLE Servers</vt:lpstr>
      </vt:variant>
      <vt:variant>
        <vt:i4>1</vt:i4>
      </vt:variant>
      <vt:variant>
        <vt:lpstr>Slide Titles</vt:lpstr>
      </vt:variant>
      <vt:variant>
        <vt:i4>14</vt:i4>
      </vt:variant>
    </vt:vector>
  </HeadingPairs>
  <TitlesOfParts>
    <vt:vector size="24" baseType="lpstr">
      <vt:lpstr>Arial</vt:lpstr>
      <vt:lpstr>Calibri</vt:lpstr>
      <vt:lpstr>Calibri Light</vt:lpstr>
      <vt:lpstr>Cambria</vt:lpstr>
      <vt:lpstr>Casper</vt:lpstr>
      <vt:lpstr>Lato</vt:lpstr>
      <vt:lpstr>Times New Roman</vt:lpstr>
      <vt:lpstr>Theme1</vt:lpstr>
      <vt:lpstr>Streamline</vt:lpstr>
      <vt:lpstr>CorelDRAW</vt:lpstr>
      <vt:lpstr>PowerPoint Presentation</vt:lpstr>
      <vt:lpstr>Job Assignment Problem  using Branch And Bound</vt:lpstr>
      <vt:lpstr>Job Assignment Problem  using Branch And Bound</vt:lpstr>
      <vt:lpstr>PowerPoint Presentation</vt:lpstr>
      <vt:lpstr>Solution 4: Finding Optimal Solution using Branch and Bound</vt:lpstr>
      <vt:lpstr>Example</vt:lpstr>
      <vt:lpstr>Example</vt:lpstr>
      <vt:lpstr>Problem</vt:lpstr>
      <vt:lpstr>Complete Algorithm: </vt:lpstr>
      <vt:lpstr>Algorithm</vt:lpstr>
      <vt:lpstr>Algorithm</vt:lpstr>
      <vt:lpstr>Algorithm</vt:lpstr>
      <vt:lpstr>     1)  https://www.tutorialspoint.com/data_structures_algorithms/divide_and_conquer.htm  2)  Data Structures and Algorithms made easy By Narasimha Karumanchi.  3)  The Algorithm Design Manual, 2nd Edition by Steven S Skiena  4) Fundamentals of Computer Algorithms - Horowitz and Sahani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11</dc:title>
  <dc:creator>Harmanjit Singh Gahir</dc:creator>
  <cp:lastModifiedBy>SHIVAM DEO</cp:lastModifiedBy>
  <cp:revision>994</cp:revision>
  <dcterms:created xsi:type="dcterms:W3CDTF">2019-05-03T13:26:36Z</dcterms:created>
  <dcterms:modified xsi:type="dcterms:W3CDTF">2025-07-03T06:36:17Z</dcterms:modified>
</cp:coreProperties>
</file>