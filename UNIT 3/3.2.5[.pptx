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69" r:id="rId2"/>
  </p:sldMasterIdLst>
  <p:notesMasterIdLst>
    <p:notesMasterId r:id="rId16"/>
  </p:notesMasterIdLst>
  <p:sldIdLst>
    <p:sldId id="256" r:id="rId3"/>
    <p:sldId id="439" r:id="rId4"/>
    <p:sldId id="426" r:id="rId5"/>
    <p:sldId id="428" r:id="rId6"/>
    <p:sldId id="427" r:id="rId7"/>
    <p:sldId id="429" r:id="rId8"/>
    <p:sldId id="431" r:id="rId9"/>
    <p:sldId id="430" r:id="rId10"/>
    <p:sldId id="432" r:id="rId11"/>
    <p:sldId id="433" r:id="rId12"/>
    <p:sldId id="434" r:id="rId13"/>
    <p:sldId id="437" r:id="rId14"/>
    <p:sldId id="438" r:id="rId15"/>
  </p:sldIdLst>
  <p:sldSz cx="12192000" cy="6858000"/>
  <p:notesSz cx="6858000" cy="9144000"/>
  <p:custDataLst>
    <p:tags r:id="rId17"/>
  </p:custData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BBC4"/>
    <a:srgbClr val="0D8BC3"/>
    <a:srgbClr val="2ED9FA"/>
    <a:srgbClr val="0BDEE3"/>
    <a:srgbClr val="07D3D3"/>
    <a:srgbClr val="07DDF3"/>
    <a:srgbClr val="57ACF3"/>
    <a:srgbClr val="3399FF"/>
    <a:srgbClr val="33CCFF"/>
    <a:srgbClr val="EFF5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2" autoAdjust="0"/>
    <p:restoredTop sz="94660"/>
  </p:normalViewPr>
  <p:slideViewPr>
    <p:cSldViewPr snapToGrid="0">
      <p:cViewPr varScale="1">
        <p:scale>
          <a:sx n="82" d="100"/>
          <a:sy n="82" d="100"/>
        </p:scale>
        <p:origin x="581"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4F08BD66-0090-4264-A614-918E999BC416}" type="datetimeFigureOut">
              <a:rPr lang="en-US"/>
              <a:pPr>
                <a:defRPr/>
              </a:pPr>
              <a:t>7/3/2025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FF5D7673-01F9-4197-813B-D3D5701B070F}" type="slidenum">
              <a:rPr lang="en-US"/>
              <a:pPr>
                <a:defRPr/>
              </a:pPr>
              <a:t>‹#›</a:t>
            </a:fld>
            <a:endParaRPr lang="en-US"/>
          </a:p>
        </p:txBody>
      </p:sp>
    </p:spTree>
    <p:extLst>
      <p:ext uri="{BB962C8B-B14F-4D97-AF65-F5344CB8AC3E}">
        <p14:creationId xmlns:p14="http://schemas.microsoft.com/office/powerpoint/2010/main" val="10528033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FF5D7673-01F9-4197-813B-D3D5701B070F}" type="slidenum">
              <a:rPr lang="en-US" smtClean="0"/>
              <a:pPr>
                <a:defRPr/>
              </a:pPr>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30876" y="115888"/>
            <a:ext cx="8501448" cy="987982"/>
          </a:xfrm>
          <a:ln w="9525"/>
        </p:spPr>
        <p:txBody>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1524000" y="2481692"/>
            <a:ext cx="9144000" cy="1655762"/>
          </a:xfrm>
          <a:ln w="12700"/>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93233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smtClean="0"/>
              <a:pPr>
                <a:defRPr/>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p:nvSpPr>
        <p:spPr bwMode="auto">
          <a:xfrm>
            <a:off x="922339"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sp>
        <p:nvSpPr>
          <p:cNvPr id="6"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cstate="print"/>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15895827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6"/>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7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432257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733894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9"/>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3"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3"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8" name="Footer Placeholder 7"/>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721858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4" name="Footer Placeholder 3"/>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529743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3" name="Footer Placeholder 2"/>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3044841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33"/>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488055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33"/>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6" name="Footer Placeholder 5"/>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922737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40103871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3"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8"/>
            <a:ext cx="2743200" cy="365125"/>
          </a:xfrm>
          <a:prstGeom prst="rect">
            <a:avLst/>
          </a:prstGeom>
        </p:spPr>
        <p:txBody>
          <a:bodyPr/>
          <a:lstStyle>
            <a:lvl1pPr eaLnBrk="1" fontAlgn="auto" hangingPunct="1">
              <a:spcBef>
                <a:spcPts val="0"/>
              </a:spcBef>
              <a:spcAft>
                <a:spcPts val="0"/>
              </a:spcAft>
              <a:defRPr>
                <a:latin typeface="+mn-lt"/>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lvl1pPr eaLnBrk="1" fontAlgn="auto" hangingPunct="1">
              <a:spcBef>
                <a:spcPts val="0"/>
              </a:spcBef>
              <a:spcAft>
                <a:spcPts val="0"/>
              </a:spcAft>
              <a:defRPr>
                <a:latin typeface="+mn-lt"/>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1591969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fld id="{93A0F06B-06CD-4D06-874F-C3BE91473B7E}" type="datetimeFigureOut">
              <a:rPr lang="en-US" smtClean="0"/>
              <a:pPr/>
              <a:t>7/3/2025</a:t>
            </a:fld>
            <a:endParaRPr lang="en-US"/>
          </a:p>
        </p:txBody>
      </p:sp>
      <p:sp>
        <p:nvSpPr>
          <p:cNvPr id="3" name="Footer Placeholder 4"/>
          <p:cNvSpPr>
            <a:spLocks noGrp="1"/>
          </p:cNvSpPr>
          <p:nvPr>
            <p:ph type="ftr" sz="quarter" idx="11"/>
          </p:nvPr>
        </p:nvSpPr>
        <p:spPr>
          <a:xfrm>
            <a:off x="0" y="0"/>
            <a:ext cx="0" cy="0"/>
          </a:xfrm>
          <a:prstGeom prst="rect">
            <a:avLst/>
          </a:prstGeom>
        </p:spPr>
        <p:txBody>
          <a:bodyPr/>
          <a:lstStyle>
            <a:lvl1pPr eaLnBrk="1" fontAlgn="auto" hangingPunct="1">
              <a:spcBef>
                <a:spcPts val="0"/>
              </a:spcBef>
              <a:spcAft>
                <a:spcPts val="0"/>
              </a:spcAft>
              <a:defRPr>
                <a:solidFill>
                  <a:prstClr val="black">
                    <a:tint val="75000"/>
                  </a:prstClr>
                </a:solidFill>
                <a:latin typeface="+mn-lt"/>
              </a:defRPr>
            </a:lvl1pPr>
          </a:lstStyle>
          <a:p>
            <a:endParaRPr lang="en-US"/>
          </a:p>
        </p:txBody>
      </p:sp>
      <p:sp>
        <p:nvSpPr>
          <p:cNvPr id="4" name="Slide Number Placeholder 5"/>
          <p:cNvSpPr>
            <a:spLocks noGrp="1"/>
          </p:cNvSpPr>
          <p:nvPr>
            <p:ph type="sldNum" sz="quarter" idx="12"/>
          </p:nvPr>
        </p:nvSpPr>
        <p:spPr/>
        <p:txBody>
          <a:bodyPr/>
          <a:lstStyle>
            <a:lvl1pPr>
              <a:defRPr>
                <a:solidFill>
                  <a:prstClr val="black">
                    <a:tint val="75000"/>
                  </a:prstClr>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2363512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303976" y="298268"/>
            <a:ext cx="6508845" cy="1026947"/>
          </a:xfrm>
        </p:spPr>
        <p:txBody>
          <a:bodyPr/>
          <a:lstStyle>
            <a:lvl1pPr algn="ctr">
              <a:defRPr b="1" baseline="0"/>
            </a:lvl1pPr>
          </a:lstStyle>
          <a:p>
            <a:r>
              <a:rPr lang="en-US"/>
              <a:t>Click to edit Master title style</a:t>
            </a:r>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3024503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1552" y="284820"/>
            <a:ext cx="6508845" cy="1026947"/>
          </a:xfrm>
        </p:spPr>
        <p:txBody>
          <a:bodyPr/>
          <a:lstStyle>
            <a:lvl1pPr algn="ctr">
              <a:defRPr b="1" baseline="0"/>
            </a:lvl1pPr>
          </a:lstStyle>
          <a:p>
            <a:r>
              <a:rPr lang="en-US"/>
              <a:t>Click to edit Master title style</a:t>
            </a:r>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6102566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C34A185-1BC0-44F0-B65A-D683D100ACD1}" type="slidenum">
              <a:rPr lang="en-US" smtClean="0"/>
              <a:pPr/>
              <a:t>‹#›</a:t>
            </a:fld>
            <a:endParaRPr lang="en-US"/>
          </a:p>
        </p:txBody>
      </p:sp>
    </p:spTree>
    <p:extLst>
      <p:ext uri="{BB962C8B-B14F-4D97-AF65-F5344CB8AC3E}">
        <p14:creationId xmlns:p14="http://schemas.microsoft.com/office/powerpoint/2010/main" val="13206506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9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1755" y="365504"/>
            <a:ext cx="6508845" cy="1026947"/>
          </a:xfrm>
          <a:ln w="9525">
            <a:solidFill>
              <a:schemeClr val="tx1"/>
            </a:solidFill>
          </a:ln>
        </p:spPr>
        <p:txBody>
          <a:bodyPr/>
          <a:lstStyle>
            <a:lvl1pPr algn="ctr">
              <a:defRPr b="1" baseline="0"/>
            </a:lvl1pPr>
          </a:lstStyle>
          <a:p>
            <a:r>
              <a:rPr lang="en-US"/>
              <a:t>Click to edit Master title style</a:t>
            </a:r>
            <a:endParaRPr lang="en-IN" dirty="0"/>
          </a:p>
        </p:txBody>
      </p:sp>
      <p:sp>
        <p:nvSpPr>
          <p:cNvPr id="4" name="Date Placeholder 3"/>
          <p:cNvSpPr>
            <a:spLocks noGrp="1"/>
          </p:cNvSpPr>
          <p:nvPr>
            <p:ph type="dt" sz="half" idx="10"/>
          </p:nvPr>
        </p:nvSpPr>
        <p:spPr>
          <a:xfrm>
            <a:off x="838200" y="6356366"/>
            <a:ext cx="2743200" cy="365125"/>
          </a:xfrm>
          <a:prstGeom prst="rect">
            <a:avLst/>
          </a:prstGeom>
        </p:spPr>
        <p:txBody>
          <a:bodyPr/>
          <a:lstStyle>
            <a:lvl1pPr>
              <a:defRPr>
                <a:solidFill>
                  <a:schemeClr val="bg1"/>
                </a:solidFill>
              </a:defRPr>
            </a:lvl1p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66"/>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4C34A185-1BC0-44F0-B65A-D683D100ACD1}" type="slidenum">
              <a:rPr lang="en-US" smtClean="0"/>
              <a:pPr/>
              <a:t>‹#›</a:t>
            </a:fld>
            <a:endParaRPr lang="en-US"/>
          </a:p>
        </p:txBody>
      </p:sp>
    </p:spTree>
    <p:extLst>
      <p:ext uri="{BB962C8B-B14F-4D97-AF65-F5344CB8AC3E}">
        <p14:creationId xmlns:p14="http://schemas.microsoft.com/office/powerpoint/2010/main" val="18720099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838200" y="6356358"/>
            <a:ext cx="2743200" cy="365125"/>
          </a:xfrm>
          <a:prstGeom prst="rect">
            <a:avLst/>
          </a:prstGeom>
        </p:spPr>
        <p:txBody>
          <a:bodyPr/>
          <a:lstStyle/>
          <a:p>
            <a:fld id="{93A0F06B-06CD-4D06-874F-C3BE91473B7E}" type="datetimeFigureOut">
              <a:rPr lang="en-US" smtClean="0"/>
              <a:pPr/>
              <a:t>7/3/2025</a:t>
            </a:fld>
            <a:endParaRPr lang="en-US"/>
          </a:p>
        </p:txBody>
      </p:sp>
      <p:sp>
        <p:nvSpPr>
          <p:cNvPr id="5" name="Footer Placeholder 4"/>
          <p:cNvSpPr>
            <a:spLocks noGrp="1"/>
          </p:cNvSpPr>
          <p:nvPr>
            <p:ph type="ftr" sz="quarter" idx="11"/>
          </p:nvPr>
        </p:nvSpPr>
        <p:spPr>
          <a:xfrm>
            <a:off x="4038600" y="6356358"/>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C34A185-1BC0-44F0-B65A-D683D100ACD1}" type="slidenum">
              <a:rPr lang="en-US" smtClean="0"/>
              <a:pPr/>
              <a:t>‹#›</a:t>
            </a:fld>
            <a:endParaRPr lang="en-US"/>
          </a:p>
        </p:txBody>
      </p:sp>
    </p:spTree>
    <p:extLst>
      <p:ext uri="{BB962C8B-B14F-4D97-AF65-F5344CB8AC3E}">
        <p14:creationId xmlns:p14="http://schemas.microsoft.com/office/powerpoint/2010/main" val="29232138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lvl1pPr eaLnBrk="1" fontAlgn="auto" hangingPunct="1">
              <a:spcBef>
                <a:spcPts val="0"/>
              </a:spcBef>
              <a:spcAft>
                <a:spcPts val="0"/>
              </a:spcAft>
              <a:defRPr>
                <a:latin typeface="+mn-lt"/>
              </a:defRPr>
            </a:lvl1pPr>
          </a:lstStyle>
          <a:p>
            <a:pPr>
              <a:defRPr/>
            </a:pPr>
            <a:fld id="{605DDE71-BC80-4F4D-B385-5050999CD606}" type="datetime1">
              <a:rPr lang="en-US"/>
              <a:pPr>
                <a:defRPr/>
              </a:pPr>
              <a:t>7/3/2025</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lvl1pPr eaLnBrk="1" fontAlgn="auto" hangingPunct="1">
              <a:spcBef>
                <a:spcPts val="0"/>
              </a:spcBef>
              <a:spcAft>
                <a:spcPts val="0"/>
              </a:spcAft>
              <a:defRPr>
                <a:latin typeface="+mn-lt"/>
              </a:defRPr>
            </a:lvl1pPr>
          </a:lstStyle>
          <a:p>
            <a:pPr>
              <a:defRPr/>
            </a:pPr>
            <a:endParaRPr lang="en-US"/>
          </a:p>
        </p:txBody>
      </p:sp>
      <p:sp>
        <p:nvSpPr>
          <p:cNvPr id="9" name="Title 1"/>
          <p:cNvSpPr txBox="1">
            <a:spLocks/>
          </p:cNvSpPr>
          <p:nvPr userDrawn="1"/>
        </p:nvSpPr>
        <p:spPr bwMode="auto">
          <a:xfrm>
            <a:off x="922338" y="115888"/>
            <a:ext cx="835814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7500"/>
          </a:bodyPr>
          <a:lstStyle/>
          <a:p>
            <a:pPr marL="0" marR="0" lvl="0" indent="0" algn="just" defTabSz="914400" rtl="0" eaLnBrk="0" fontAlgn="base" latinLnBrk="0" hangingPunct="0">
              <a:lnSpc>
                <a:spcPct val="90000"/>
              </a:lnSpc>
              <a:spcBef>
                <a:spcPct val="0"/>
              </a:spcBef>
              <a:spcAft>
                <a:spcPct val="0"/>
              </a:spcAft>
              <a:buClrTx/>
              <a:buSzTx/>
              <a:buFontTx/>
              <a:buNone/>
              <a:tabLst/>
              <a:defRPr/>
            </a:pPr>
            <a:r>
              <a:rPr kumimoji="0" lang="en-US" sz="44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rPr>
              <a:t> </a:t>
            </a:r>
            <a:endParaRPr kumimoji="0" lang="en-US" sz="4000" b="1" i="0" u="none" strike="noStrike" kern="1200" cap="small" spc="0" normalizeH="0" baseline="0" noProof="0" dirty="0">
              <a:ln>
                <a:noFill/>
              </a:ln>
              <a:solidFill>
                <a:schemeClr val="accent5">
                  <a:lumMod val="50000"/>
                </a:schemeClr>
              </a:solidFill>
              <a:effectLst/>
              <a:uLnTx/>
              <a:uFillTx/>
              <a:latin typeface="Times New Roman" panose="02020603050405020304" pitchFamily="18" charset="0"/>
              <a:ea typeface="+mj-ea"/>
              <a:cs typeface="Times New Roman" panose="02020603050405020304" pitchFamily="18" charset="0"/>
            </a:endParaRPr>
          </a:p>
        </p:txBody>
      </p:sp>
      <p:pic>
        <p:nvPicPr>
          <p:cNvPr id="7" name="Picture 2" descr="C:\Users\OM\Downloads\naac-sticker.png"/>
          <p:cNvPicPr>
            <a:picLocks noChangeAspect="1" noChangeArrowheads="1"/>
          </p:cNvPicPr>
          <p:nvPr userDrawn="1"/>
        </p:nvPicPr>
        <p:blipFill>
          <a:blip r:embed="rId2" cstate="print"/>
          <a:srcRect b="23807"/>
          <a:stretch>
            <a:fillRect/>
          </a:stretch>
        </p:blipFill>
        <p:spPr bwMode="auto">
          <a:xfrm>
            <a:off x="9662615" y="40945"/>
            <a:ext cx="2515736" cy="682387"/>
          </a:xfrm>
          <a:prstGeom prst="rect">
            <a:avLst/>
          </a:prstGeom>
          <a:noFill/>
        </p:spPr>
      </p:pic>
    </p:spTree>
    <p:extLst>
      <p:ext uri="{BB962C8B-B14F-4D97-AF65-F5344CB8AC3E}">
        <p14:creationId xmlns:p14="http://schemas.microsoft.com/office/powerpoint/2010/main" val="31316609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userDrawn="1">
  <p:cSld name="Title and Conten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1219200" y="1752600"/>
            <a:ext cx="10668000" cy="4496000"/>
          </a:xfrm>
          <a:prstGeom prst="rect">
            <a:avLst/>
          </a:prstGeom>
          <a:noFill/>
          <a:ln>
            <a:noFill/>
          </a:ln>
        </p:spPr>
        <p:txBody>
          <a:bodyPr spcFirstLastPara="1" wrap="square" lIns="91425" tIns="45700" rIns="91425" bIns="45700" anchor="t" anchorCtr="0">
            <a:normAutofit/>
          </a:bodyPr>
          <a:lstStyle>
            <a:lvl1pPr marL="609585" marR="0" lvl="0" indent="-507987" algn="l">
              <a:lnSpc>
                <a:spcPct val="115000"/>
              </a:lnSpc>
              <a:spcBef>
                <a:spcPts val="640"/>
              </a:spcBef>
              <a:spcAft>
                <a:spcPts val="0"/>
              </a:spcAft>
              <a:buClr>
                <a:schemeClr val="dk1"/>
              </a:buClr>
              <a:buSzPts val="2400"/>
              <a:buFont typeface="Arial"/>
              <a:buChar char="•"/>
              <a:defRPr sz="3200" b="0" i="0" u="none" strike="noStrike" cap="none">
                <a:solidFill>
                  <a:schemeClr val="dk1"/>
                </a:solidFill>
                <a:latin typeface="Cambria"/>
                <a:ea typeface="Cambria"/>
                <a:cs typeface="Cambria"/>
                <a:sym typeface="Cambria"/>
              </a:defRPr>
            </a:lvl1pPr>
            <a:lvl2pPr marL="1219170" marR="0" lvl="1" indent="-474121" algn="l">
              <a:lnSpc>
                <a:spcPct val="115000"/>
              </a:lnSpc>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2pPr>
            <a:lvl3pPr marL="1828754" marR="0" lvl="2" indent="-474121" algn="l">
              <a:lnSpc>
                <a:spcPct val="115000"/>
              </a:lnSpc>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3pPr>
            <a:lvl4pPr marL="2438339" marR="0" lvl="3" indent="-457189" algn="l">
              <a:lnSpc>
                <a:spcPct val="115000"/>
              </a:lnSpc>
              <a:spcBef>
                <a:spcPts val="48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4pPr>
            <a:lvl5pPr marL="3047924" marR="0" lvl="4" indent="-457189" algn="l">
              <a:lnSpc>
                <a:spcPct val="115000"/>
              </a:lnSpc>
              <a:spcBef>
                <a:spcPts val="48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5pPr>
            <a:lvl6pPr marL="3657509" marR="0" lvl="5" indent="-474121" algn="l">
              <a:lnSpc>
                <a:spcPct val="115000"/>
              </a:lnSpc>
              <a:spcBef>
                <a:spcPts val="533"/>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6pPr>
            <a:lvl7pPr marL="4267093" marR="0" lvl="6" indent="-474121" algn="l">
              <a:lnSpc>
                <a:spcPct val="115000"/>
              </a:lnSpc>
              <a:spcBef>
                <a:spcPts val="1600"/>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7pPr>
            <a:lvl8pPr marL="4876678" marR="0" lvl="7" indent="-474121" algn="l">
              <a:lnSpc>
                <a:spcPct val="115000"/>
              </a:lnSpc>
              <a:spcBef>
                <a:spcPts val="1600"/>
              </a:spcBef>
              <a:spcAft>
                <a:spcPts val="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8pPr>
            <a:lvl9pPr marL="5486263" marR="0" lvl="8" indent="-474121" algn="l">
              <a:lnSpc>
                <a:spcPct val="115000"/>
              </a:lnSpc>
              <a:spcBef>
                <a:spcPts val="1600"/>
              </a:spcBef>
              <a:spcAft>
                <a:spcPts val="1600"/>
              </a:spcAft>
              <a:buClr>
                <a:schemeClr val="dk1"/>
              </a:buClr>
              <a:buSzPts val="2000"/>
              <a:buFont typeface="Arial"/>
              <a:buChar char="•"/>
              <a:defRPr sz="2667" b="0" i="0" u="none" strike="noStrike" cap="none">
                <a:solidFill>
                  <a:schemeClr val="dk1"/>
                </a:solidFill>
                <a:latin typeface="Calibri"/>
                <a:ea typeface="Calibri"/>
                <a:cs typeface="Calibri"/>
                <a:sym typeface="Calibri"/>
              </a:defRPr>
            </a:lvl9pPr>
          </a:lstStyle>
          <a:p>
            <a:endParaRPr/>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41209" y="29379"/>
            <a:ext cx="869748" cy="1398605"/>
          </a:xfrm>
          <a:prstGeom prst="rect">
            <a:avLst/>
          </a:prstGeom>
        </p:spPr>
      </p:pic>
    </p:spTree>
    <p:extLst>
      <p:ext uri="{BB962C8B-B14F-4D97-AF65-F5344CB8AC3E}">
        <p14:creationId xmlns:p14="http://schemas.microsoft.com/office/powerpoint/2010/main" val="24323184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solidFill>
          <a:schemeClr val="lt2"/>
        </a:solidFill>
        <a:effectLst/>
      </p:bgPr>
    </p:bg>
    <p:spTree>
      <p:nvGrpSpPr>
        <p:cNvPr id="1" name="Shape 16"/>
        <p:cNvGrpSpPr/>
        <p:nvPr/>
      </p:nvGrpSpPr>
      <p:grpSpPr>
        <a:xfrm>
          <a:off x="0" y="0"/>
          <a:ext cx="0" cy="0"/>
          <a:chOff x="0" y="0"/>
          <a:chExt cx="0" cy="0"/>
        </a:xfrm>
      </p:grpSpPr>
      <p:sp>
        <p:nvSpPr>
          <p:cNvPr id="17" name="Google Shape;17;p31"/>
          <p:cNvSpPr/>
          <p:nvPr/>
        </p:nvSpPr>
        <p:spPr>
          <a:xfrm>
            <a:off x="0" y="0"/>
            <a:ext cx="12192000" cy="650400"/>
          </a:xfrm>
          <a:prstGeom prst="rect">
            <a:avLst/>
          </a:prstGeom>
          <a:solidFill>
            <a:schemeClr val="lt1"/>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18" name="Google Shape;18;p31"/>
          <p:cNvGrpSpPr/>
          <p:nvPr/>
        </p:nvGrpSpPr>
        <p:grpSpPr>
          <a:xfrm>
            <a:off x="1107190" y="1588342"/>
            <a:ext cx="994351" cy="61101"/>
            <a:chOff x="4580561" y="2589004"/>
            <a:chExt cx="1064464" cy="25200"/>
          </a:xfrm>
        </p:grpSpPr>
        <p:sp>
          <p:nvSpPr>
            <p:cNvPr id="19" name="Google Shape;19;p31"/>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0" name="Google Shape;20;p31"/>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21" name="Google Shape;21;p31"/>
          <p:cNvSpPr txBox="1">
            <a:spLocks noGrp="1"/>
          </p:cNvSpPr>
          <p:nvPr>
            <p:ph type="ctrTitle"/>
          </p:nvPr>
        </p:nvSpPr>
        <p:spPr>
          <a:xfrm>
            <a:off x="972600" y="1763267"/>
            <a:ext cx="10250800" cy="221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4200"/>
              <a:buNone/>
              <a:defRPr sz="5600"/>
            </a:lvl1pPr>
            <a:lvl2pPr lvl="1" algn="l">
              <a:lnSpc>
                <a:spcPct val="100000"/>
              </a:lnSpc>
              <a:spcBef>
                <a:spcPts val="0"/>
              </a:spcBef>
              <a:spcAft>
                <a:spcPts val="0"/>
              </a:spcAft>
              <a:buSzPts val="4200"/>
              <a:buNone/>
              <a:defRPr sz="5600"/>
            </a:lvl2pPr>
            <a:lvl3pPr lvl="2" algn="l">
              <a:lnSpc>
                <a:spcPct val="100000"/>
              </a:lnSpc>
              <a:spcBef>
                <a:spcPts val="0"/>
              </a:spcBef>
              <a:spcAft>
                <a:spcPts val="0"/>
              </a:spcAft>
              <a:buSzPts val="4200"/>
              <a:buNone/>
              <a:defRPr sz="5600"/>
            </a:lvl3pPr>
            <a:lvl4pPr lvl="3" algn="l">
              <a:lnSpc>
                <a:spcPct val="100000"/>
              </a:lnSpc>
              <a:spcBef>
                <a:spcPts val="0"/>
              </a:spcBef>
              <a:spcAft>
                <a:spcPts val="0"/>
              </a:spcAft>
              <a:buSzPts val="4200"/>
              <a:buNone/>
              <a:defRPr sz="5600"/>
            </a:lvl4pPr>
            <a:lvl5pPr lvl="4" algn="l">
              <a:lnSpc>
                <a:spcPct val="100000"/>
              </a:lnSpc>
              <a:spcBef>
                <a:spcPts val="0"/>
              </a:spcBef>
              <a:spcAft>
                <a:spcPts val="0"/>
              </a:spcAft>
              <a:buSzPts val="4200"/>
              <a:buNone/>
              <a:defRPr sz="5600"/>
            </a:lvl5pPr>
            <a:lvl6pPr lvl="5" algn="l">
              <a:lnSpc>
                <a:spcPct val="100000"/>
              </a:lnSpc>
              <a:spcBef>
                <a:spcPts val="0"/>
              </a:spcBef>
              <a:spcAft>
                <a:spcPts val="0"/>
              </a:spcAft>
              <a:buSzPts val="4200"/>
              <a:buNone/>
              <a:defRPr sz="5600"/>
            </a:lvl6pPr>
            <a:lvl7pPr lvl="6" algn="l">
              <a:lnSpc>
                <a:spcPct val="100000"/>
              </a:lnSpc>
              <a:spcBef>
                <a:spcPts val="0"/>
              </a:spcBef>
              <a:spcAft>
                <a:spcPts val="0"/>
              </a:spcAft>
              <a:buSzPts val="4200"/>
              <a:buNone/>
              <a:defRPr sz="5600"/>
            </a:lvl7pPr>
            <a:lvl8pPr lvl="7" algn="l">
              <a:lnSpc>
                <a:spcPct val="100000"/>
              </a:lnSpc>
              <a:spcBef>
                <a:spcPts val="0"/>
              </a:spcBef>
              <a:spcAft>
                <a:spcPts val="0"/>
              </a:spcAft>
              <a:buSzPts val="4200"/>
              <a:buNone/>
              <a:defRPr sz="5600"/>
            </a:lvl8pPr>
            <a:lvl9pPr lvl="8" algn="l">
              <a:lnSpc>
                <a:spcPct val="100000"/>
              </a:lnSpc>
              <a:spcBef>
                <a:spcPts val="0"/>
              </a:spcBef>
              <a:spcAft>
                <a:spcPts val="0"/>
              </a:spcAft>
              <a:buSzPts val="4200"/>
              <a:buNone/>
              <a:defRPr sz="5600"/>
            </a:lvl9pPr>
          </a:lstStyle>
          <a:p>
            <a:endParaRPr/>
          </a:p>
        </p:txBody>
      </p:sp>
      <p:sp>
        <p:nvSpPr>
          <p:cNvPr id="22" name="Google Shape;22;p31"/>
          <p:cNvSpPr txBox="1">
            <a:spLocks noGrp="1"/>
          </p:cNvSpPr>
          <p:nvPr>
            <p:ph type="subTitle" idx="1"/>
          </p:nvPr>
        </p:nvSpPr>
        <p:spPr>
          <a:xfrm>
            <a:off x="972836" y="4230533"/>
            <a:ext cx="10250800" cy="721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133"/>
            </a:lvl1pPr>
            <a:lvl2pPr lvl="1" algn="l">
              <a:lnSpc>
                <a:spcPct val="100000"/>
              </a:lnSpc>
              <a:spcBef>
                <a:spcPts val="0"/>
              </a:spcBef>
              <a:spcAft>
                <a:spcPts val="0"/>
              </a:spcAft>
              <a:buSzPts val="1600"/>
              <a:buNone/>
              <a:defRPr sz="2133"/>
            </a:lvl2pPr>
            <a:lvl3pPr lvl="2" algn="l">
              <a:lnSpc>
                <a:spcPct val="100000"/>
              </a:lnSpc>
              <a:spcBef>
                <a:spcPts val="0"/>
              </a:spcBef>
              <a:spcAft>
                <a:spcPts val="0"/>
              </a:spcAft>
              <a:buSzPts val="1600"/>
              <a:buNone/>
              <a:defRPr sz="2133"/>
            </a:lvl3pPr>
            <a:lvl4pPr lvl="3" algn="l">
              <a:lnSpc>
                <a:spcPct val="100000"/>
              </a:lnSpc>
              <a:spcBef>
                <a:spcPts val="0"/>
              </a:spcBef>
              <a:spcAft>
                <a:spcPts val="0"/>
              </a:spcAft>
              <a:buSzPts val="1600"/>
              <a:buNone/>
              <a:defRPr sz="2133"/>
            </a:lvl4pPr>
            <a:lvl5pPr lvl="4" algn="l">
              <a:lnSpc>
                <a:spcPct val="100000"/>
              </a:lnSpc>
              <a:spcBef>
                <a:spcPts val="0"/>
              </a:spcBef>
              <a:spcAft>
                <a:spcPts val="0"/>
              </a:spcAft>
              <a:buSzPts val="1600"/>
              <a:buNone/>
              <a:defRPr sz="2133"/>
            </a:lvl5pPr>
            <a:lvl6pPr lvl="5" algn="l">
              <a:lnSpc>
                <a:spcPct val="100000"/>
              </a:lnSpc>
              <a:spcBef>
                <a:spcPts val="0"/>
              </a:spcBef>
              <a:spcAft>
                <a:spcPts val="0"/>
              </a:spcAft>
              <a:buSzPts val="1600"/>
              <a:buNone/>
              <a:defRPr sz="2133"/>
            </a:lvl6pPr>
            <a:lvl7pPr lvl="6" algn="l">
              <a:lnSpc>
                <a:spcPct val="100000"/>
              </a:lnSpc>
              <a:spcBef>
                <a:spcPts val="0"/>
              </a:spcBef>
              <a:spcAft>
                <a:spcPts val="0"/>
              </a:spcAft>
              <a:buSzPts val="1600"/>
              <a:buNone/>
              <a:defRPr sz="2133"/>
            </a:lvl7pPr>
            <a:lvl8pPr lvl="7" algn="l">
              <a:lnSpc>
                <a:spcPct val="100000"/>
              </a:lnSpc>
              <a:spcBef>
                <a:spcPts val="0"/>
              </a:spcBef>
              <a:spcAft>
                <a:spcPts val="0"/>
              </a:spcAft>
              <a:buSzPts val="1600"/>
              <a:buNone/>
              <a:defRPr sz="2133"/>
            </a:lvl8pPr>
            <a:lvl9pPr lvl="8" algn="l">
              <a:lnSpc>
                <a:spcPct val="100000"/>
              </a:lnSpc>
              <a:spcBef>
                <a:spcPts val="0"/>
              </a:spcBef>
              <a:spcAft>
                <a:spcPts val="0"/>
              </a:spcAft>
              <a:buSzPts val="1600"/>
              <a:buNone/>
              <a:defRPr sz="2133"/>
            </a:lvl9pPr>
          </a:lstStyle>
          <a:p>
            <a:endParaRPr/>
          </a:p>
        </p:txBody>
      </p:sp>
      <p:sp>
        <p:nvSpPr>
          <p:cNvPr id="23" name="Google Shape;23;p31"/>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4035924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415600" y="593367"/>
            <a:ext cx="11360800" cy="7636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8611034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1107190" y="1588342"/>
            <a:ext cx="994351" cy="61101"/>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972600" y="1763267"/>
            <a:ext cx="10251200" cy="20248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l">
              <a:lnSpc>
                <a:spcPct val="100000"/>
              </a:lnSpc>
              <a:spcBef>
                <a:spcPts val="0"/>
              </a:spcBef>
              <a:spcAft>
                <a:spcPts val="0"/>
              </a:spcAft>
              <a:buClr>
                <a:schemeClr val="lt1"/>
              </a:buClr>
              <a:buSzPts val="3600"/>
              <a:buNone/>
              <a:defRPr sz="4800">
                <a:solidFill>
                  <a:schemeClr val="lt1"/>
                </a:solidFill>
              </a:defRPr>
            </a:lvl2pPr>
            <a:lvl3pPr lvl="2" algn="l">
              <a:lnSpc>
                <a:spcPct val="100000"/>
              </a:lnSpc>
              <a:spcBef>
                <a:spcPts val="0"/>
              </a:spcBef>
              <a:spcAft>
                <a:spcPts val="0"/>
              </a:spcAft>
              <a:buClr>
                <a:schemeClr val="lt1"/>
              </a:buClr>
              <a:buSzPts val="3600"/>
              <a:buNone/>
              <a:defRPr sz="4800">
                <a:solidFill>
                  <a:schemeClr val="lt1"/>
                </a:solidFill>
              </a:defRPr>
            </a:lvl3pPr>
            <a:lvl4pPr lvl="3" algn="l">
              <a:lnSpc>
                <a:spcPct val="100000"/>
              </a:lnSpc>
              <a:spcBef>
                <a:spcPts val="0"/>
              </a:spcBef>
              <a:spcAft>
                <a:spcPts val="0"/>
              </a:spcAft>
              <a:buClr>
                <a:schemeClr val="lt1"/>
              </a:buClr>
              <a:buSzPts val="3600"/>
              <a:buNone/>
              <a:defRPr sz="4800">
                <a:solidFill>
                  <a:schemeClr val="lt1"/>
                </a:solidFill>
              </a:defRPr>
            </a:lvl4pPr>
            <a:lvl5pPr lvl="4" algn="l">
              <a:lnSpc>
                <a:spcPct val="100000"/>
              </a:lnSpc>
              <a:spcBef>
                <a:spcPts val="0"/>
              </a:spcBef>
              <a:spcAft>
                <a:spcPts val="0"/>
              </a:spcAft>
              <a:buClr>
                <a:schemeClr val="lt1"/>
              </a:buClr>
              <a:buSzPts val="3600"/>
              <a:buNone/>
              <a:defRPr sz="4800">
                <a:solidFill>
                  <a:schemeClr val="lt1"/>
                </a:solidFill>
              </a:defRPr>
            </a:lvl5pPr>
            <a:lvl6pPr lvl="5" algn="l">
              <a:lnSpc>
                <a:spcPct val="100000"/>
              </a:lnSpc>
              <a:spcBef>
                <a:spcPts val="0"/>
              </a:spcBef>
              <a:spcAft>
                <a:spcPts val="0"/>
              </a:spcAft>
              <a:buClr>
                <a:schemeClr val="lt1"/>
              </a:buClr>
              <a:buSzPts val="3600"/>
              <a:buNone/>
              <a:defRPr sz="4800">
                <a:solidFill>
                  <a:schemeClr val="lt1"/>
                </a:solidFill>
              </a:defRPr>
            </a:lvl6pPr>
            <a:lvl7pPr lvl="6" algn="l">
              <a:lnSpc>
                <a:spcPct val="100000"/>
              </a:lnSpc>
              <a:spcBef>
                <a:spcPts val="0"/>
              </a:spcBef>
              <a:spcAft>
                <a:spcPts val="0"/>
              </a:spcAft>
              <a:buClr>
                <a:schemeClr val="lt1"/>
              </a:buClr>
              <a:buSzPts val="3600"/>
              <a:buNone/>
              <a:defRPr sz="4800">
                <a:solidFill>
                  <a:schemeClr val="lt1"/>
                </a:solidFill>
              </a:defRPr>
            </a:lvl7pPr>
            <a:lvl8pPr lvl="7" algn="l">
              <a:lnSpc>
                <a:spcPct val="100000"/>
              </a:lnSpc>
              <a:spcBef>
                <a:spcPts val="0"/>
              </a:spcBef>
              <a:spcAft>
                <a:spcPts val="0"/>
              </a:spcAft>
              <a:buClr>
                <a:schemeClr val="lt1"/>
              </a:buClr>
              <a:buSzPts val="3600"/>
              <a:buNone/>
              <a:defRPr sz="4800">
                <a:solidFill>
                  <a:schemeClr val="lt1"/>
                </a:solidFill>
              </a:defRPr>
            </a:lvl8pPr>
            <a:lvl9pPr lvl="8" algn="l">
              <a:lnSpc>
                <a:spcPct val="100000"/>
              </a:lnSpc>
              <a:spcBef>
                <a:spcPts val="0"/>
              </a:spcBef>
              <a:spcAft>
                <a:spcPts val="0"/>
              </a:spcAft>
              <a:buClr>
                <a:schemeClr val="lt1"/>
              </a:buClr>
              <a:buSzPts val="3600"/>
              <a:buNone/>
              <a:defRPr sz="4800">
                <a:solidFill>
                  <a:schemeClr val="lt1"/>
                </a:solidFill>
              </a:defRPr>
            </a:lvl9pPr>
          </a:lstStyle>
          <a:p>
            <a:endParaRPr/>
          </a:p>
        </p:txBody>
      </p:sp>
      <p:sp>
        <p:nvSpPr>
          <p:cNvPr id="29" name="Google Shape;29;p32"/>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76873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30"/>
        <p:cNvGrpSpPr/>
        <p:nvPr/>
      </p:nvGrpSpPr>
      <p:grpSpPr>
        <a:xfrm>
          <a:off x="0" y="0"/>
          <a:ext cx="0" cy="0"/>
          <a:chOff x="0" y="0"/>
          <a:chExt cx="0" cy="0"/>
        </a:xfrm>
      </p:grpSpPr>
      <p:sp>
        <p:nvSpPr>
          <p:cNvPr id="31" name="Google Shape;31;p33"/>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1107190" y="1588342"/>
            <a:ext cx="994351" cy="61101"/>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972600" y="1758200"/>
            <a:ext cx="10251600" cy="71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36" name="Google Shape;36;p33"/>
          <p:cNvSpPr txBox="1">
            <a:spLocks noGrp="1"/>
          </p:cNvSpPr>
          <p:nvPr>
            <p:ph type="body" idx="1"/>
          </p:nvPr>
        </p:nvSpPr>
        <p:spPr>
          <a:xfrm>
            <a:off x="972600" y="2771833"/>
            <a:ext cx="10251600" cy="30148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433959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8"/>
        <p:cNvGrpSpPr/>
        <p:nvPr/>
      </p:nvGrpSpPr>
      <p:grpSpPr>
        <a:xfrm>
          <a:off x="0" y="0"/>
          <a:ext cx="0" cy="0"/>
          <a:chOff x="0" y="0"/>
          <a:chExt cx="0" cy="0"/>
        </a:xfrm>
      </p:grpSpPr>
      <p:sp>
        <p:nvSpPr>
          <p:cNvPr id="39" name="Google Shape;39;p3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1107190" y="1588342"/>
            <a:ext cx="994351" cy="61101"/>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972600" y="1758200"/>
            <a:ext cx="10251200" cy="71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44" name="Google Shape;44;p34"/>
          <p:cNvSpPr txBox="1">
            <a:spLocks noGrp="1"/>
          </p:cNvSpPr>
          <p:nvPr>
            <p:ph type="body" idx="1"/>
          </p:nvPr>
        </p:nvSpPr>
        <p:spPr>
          <a:xfrm>
            <a:off x="972433" y="2771833"/>
            <a:ext cx="5032400" cy="30148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6191472" y="2771833"/>
            <a:ext cx="5032400" cy="30148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9465440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7"/>
        <p:cNvGrpSpPr/>
        <p:nvPr/>
      </p:nvGrpSpPr>
      <p:grpSpPr>
        <a:xfrm>
          <a:off x="0" y="0"/>
          <a:ext cx="0" cy="0"/>
          <a:chOff x="0" y="0"/>
          <a:chExt cx="0" cy="0"/>
        </a:xfrm>
      </p:grpSpPr>
      <p:sp>
        <p:nvSpPr>
          <p:cNvPr id="48" name="Google Shape;48;p35"/>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1107190" y="1588342"/>
            <a:ext cx="994351" cy="61101"/>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972600" y="1758200"/>
            <a:ext cx="10251200" cy="713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53" name="Google Shape;53;p35"/>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0935094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4"/>
        <p:cNvGrpSpPr/>
        <p:nvPr/>
      </p:nvGrpSpPr>
      <p:grpSpPr>
        <a:xfrm>
          <a:off x="0" y="0"/>
          <a:ext cx="0" cy="0"/>
          <a:chOff x="0" y="0"/>
          <a:chExt cx="0" cy="0"/>
        </a:xfrm>
      </p:grpSpPr>
      <p:sp>
        <p:nvSpPr>
          <p:cNvPr id="55" name="Google Shape;55;p36"/>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1107190" y="1588342"/>
            <a:ext cx="994351" cy="61101"/>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973333" y="1758200"/>
            <a:ext cx="4401200" cy="1842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60" name="Google Shape;60;p36"/>
          <p:cNvSpPr txBox="1">
            <a:spLocks noGrp="1"/>
          </p:cNvSpPr>
          <p:nvPr>
            <p:ph type="body" idx="1"/>
          </p:nvPr>
        </p:nvSpPr>
        <p:spPr>
          <a:xfrm>
            <a:off x="961633" y="3708967"/>
            <a:ext cx="4401200" cy="21300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646241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1107190" y="5558840"/>
            <a:ext cx="994351" cy="61101"/>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972600" y="1152400"/>
            <a:ext cx="9361600" cy="3980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l">
              <a:lnSpc>
                <a:spcPct val="100000"/>
              </a:lnSpc>
              <a:spcBef>
                <a:spcPts val="0"/>
              </a:spcBef>
              <a:spcAft>
                <a:spcPts val="0"/>
              </a:spcAft>
              <a:buClr>
                <a:schemeClr val="lt1"/>
              </a:buClr>
              <a:buSzPts val="3600"/>
              <a:buNone/>
              <a:defRPr sz="4800">
                <a:solidFill>
                  <a:schemeClr val="lt1"/>
                </a:solidFill>
              </a:defRPr>
            </a:lvl2pPr>
            <a:lvl3pPr lvl="2" algn="l">
              <a:lnSpc>
                <a:spcPct val="100000"/>
              </a:lnSpc>
              <a:spcBef>
                <a:spcPts val="0"/>
              </a:spcBef>
              <a:spcAft>
                <a:spcPts val="0"/>
              </a:spcAft>
              <a:buClr>
                <a:schemeClr val="lt1"/>
              </a:buClr>
              <a:buSzPts val="3600"/>
              <a:buNone/>
              <a:defRPr sz="4800">
                <a:solidFill>
                  <a:schemeClr val="lt1"/>
                </a:solidFill>
              </a:defRPr>
            </a:lvl3pPr>
            <a:lvl4pPr lvl="3" algn="l">
              <a:lnSpc>
                <a:spcPct val="100000"/>
              </a:lnSpc>
              <a:spcBef>
                <a:spcPts val="0"/>
              </a:spcBef>
              <a:spcAft>
                <a:spcPts val="0"/>
              </a:spcAft>
              <a:buClr>
                <a:schemeClr val="lt1"/>
              </a:buClr>
              <a:buSzPts val="3600"/>
              <a:buNone/>
              <a:defRPr sz="4800">
                <a:solidFill>
                  <a:schemeClr val="lt1"/>
                </a:solidFill>
              </a:defRPr>
            </a:lvl4pPr>
            <a:lvl5pPr lvl="4" algn="l">
              <a:lnSpc>
                <a:spcPct val="100000"/>
              </a:lnSpc>
              <a:spcBef>
                <a:spcPts val="0"/>
              </a:spcBef>
              <a:spcAft>
                <a:spcPts val="0"/>
              </a:spcAft>
              <a:buClr>
                <a:schemeClr val="lt1"/>
              </a:buClr>
              <a:buSzPts val="3600"/>
              <a:buNone/>
              <a:defRPr sz="4800">
                <a:solidFill>
                  <a:schemeClr val="lt1"/>
                </a:solidFill>
              </a:defRPr>
            </a:lvl5pPr>
            <a:lvl6pPr lvl="5" algn="l">
              <a:lnSpc>
                <a:spcPct val="100000"/>
              </a:lnSpc>
              <a:spcBef>
                <a:spcPts val="0"/>
              </a:spcBef>
              <a:spcAft>
                <a:spcPts val="0"/>
              </a:spcAft>
              <a:buClr>
                <a:schemeClr val="lt1"/>
              </a:buClr>
              <a:buSzPts val="3600"/>
              <a:buNone/>
              <a:defRPr sz="4800">
                <a:solidFill>
                  <a:schemeClr val="lt1"/>
                </a:solidFill>
              </a:defRPr>
            </a:lvl6pPr>
            <a:lvl7pPr lvl="6" algn="l">
              <a:lnSpc>
                <a:spcPct val="100000"/>
              </a:lnSpc>
              <a:spcBef>
                <a:spcPts val="0"/>
              </a:spcBef>
              <a:spcAft>
                <a:spcPts val="0"/>
              </a:spcAft>
              <a:buClr>
                <a:schemeClr val="lt1"/>
              </a:buClr>
              <a:buSzPts val="3600"/>
              <a:buNone/>
              <a:defRPr sz="4800">
                <a:solidFill>
                  <a:schemeClr val="lt1"/>
                </a:solidFill>
              </a:defRPr>
            </a:lvl7pPr>
            <a:lvl8pPr lvl="7" algn="l">
              <a:lnSpc>
                <a:spcPct val="100000"/>
              </a:lnSpc>
              <a:spcBef>
                <a:spcPts val="0"/>
              </a:spcBef>
              <a:spcAft>
                <a:spcPts val="0"/>
              </a:spcAft>
              <a:buClr>
                <a:schemeClr val="lt1"/>
              </a:buClr>
              <a:buSzPts val="3600"/>
              <a:buNone/>
              <a:defRPr sz="4800">
                <a:solidFill>
                  <a:schemeClr val="lt1"/>
                </a:solidFill>
              </a:defRPr>
            </a:lvl8pPr>
            <a:lvl9pPr lvl="8" algn="l">
              <a:lnSpc>
                <a:spcPct val="100000"/>
              </a:lnSpc>
              <a:spcBef>
                <a:spcPts val="0"/>
              </a:spcBef>
              <a:spcAft>
                <a:spcPts val="0"/>
              </a:spcAft>
              <a:buClr>
                <a:schemeClr val="lt1"/>
              </a:buClr>
              <a:buSzPts val="3600"/>
              <a:buNone/>
              <a:defRPr sz="4800">
                <a:solidFill>
                  <a:schemeClr val="lt1"/>
                </a:solidFill>
              </a:defRPr>
            </a:lvl9pPr>
          </a:lstStyle>
          <a:p>
            <a:endParaRPr/>
          </a:p>
        </p:txBody>
      </p:sp>
      <p:sp>
        <p:nvSpPr>
          <p:cNvPr id="67" name="Google Shape;67;p37"/>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083724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8"/>
        <p:cNvGrpSpPr/>
        <p:nvPr/>
      </p:nvGrpSpPr>
      <p:grpSpPr>
        <a:xfrm>
          <a:off x="0" y="0"/>
          <a:ext cx="0" cy="0"/>
          <a:chOff x="0" y="0"/>
          <a:chExt cx="0" cy="0"/>
        </a:xfrm>
      </p:grpSpPr>
      <p:sp>
        <p:nvSpPr>
          <p:cNvPr id="69" name="Google Shape;69;p38"/>
          <p:cNvSpPr/>
          <p:nvPr/>
        </p:nvSpPr>
        <p:spPr>
          <a:xfrm>
            <a:off x="0" y="0"/>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1107190" y="1588342"/>
            <a:ext cx="994351" cy="61101"/>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973333" y="1758200"/>
            <a:ext cx="4401200" cy="224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3467"/>
            </a:lvl1pPr>
            <a:lvl2pPr lvl="1" algn="l">
              <a:lnSpc>
                <a:spcPct val="100000"/>
              </a:lnSpc>
              <a:spcBef>
                <a:spcPts val="0"/>
              </a:spcBef>
              <a:spcAft>
                <a:spcPts val="0"/>
              </a:spcAft>
              <a:buSzPts val="2600"/>
              <a:buNone/>
              <a:defRPr sz="3467"/>
            </a:lvl2pPr>
            <a:lvl3pPr lvl="2" algn="l">
              <a:lnSpc>
                <a:spcPct val="100000"/>
              </a:lnSpc>
              <a:spcBef>
                <a:spcPts val="0"/>
              </a:spcBef>
              <a:spcAft>
                <a:spcPts val="0"/>
              </a:spcAft>
              <a:buSzPts val="2600"/>
              <a:buNone/>
              <a:defRPr sz="3467"/>
            </a:lvl3pPr>
            <a:lvl4pPr lvl="3" algn="l">
              <a:lnSpc>
                <a:spcPct val="100000"/>
              </a:lnSpc>
              <a:spcBef>
                <a:spcPts val="0"/>
              </a:spcBef>
              <a:spcAft>
                <a:spcPts val="0"/>
              </a:spcAft>
              <a:buSzPts val="2600"/>
              <a:buNone/>
              <a:defRPr sz="3467"/>
            </a:lvl4pPr>
            <a:lvl5pPr lvl="4" algn="l">
              <a:lnSpc>
                <a:spcPct val="100000"/>
              </a:lnSpc>
              <a:spcBef>
                <a:spcPts val="0"/>
              </a:spcBef>
              <a:spcAft>
                <a:spcPts val="0"/>
              </a:spcAft>
              <a:buSzPts val="2600"/>
              <a:buNone/>
              <a:defRPr sz="3467"/>
            </a:lvl5pPr>
            <a:lvl6pPr lvl="5" algn="l">
              <a:lnSpc>
                <a:spcPct val="100000"/>
              </a:lnSpc>
              <a:spcBef>
                <a:spcPts val="0"/>
              </a:spcBef>
              <a:spcAft>
                <a:spcPts val="0"/>
              </a:spcAft>
              <a:buSzPts val="2600"/>
              <a:buNone/>
              <a:defRPr sz="3467"/>
            </a:lvl6pPr>
            <a:lvl7pPr lvl="6" algn="l">
              <a:lnSpc>
                <a:spcPct val="100000"/>
              </a:lnSpc>
              <a:spcBef>
                <a:spcPts val="0"/>
              </a:spcBef>
              <a:spcAft>
                <a:spcPts val="0"/>
              </a:spcAft>
              <a:buSzPts val="2600"/>
              <a:buNone/>
              <a:defRPr sz="3467"/>
            </a:lvl7pPr>
            <a:lvl8pPr lvl="7" algn="l">
              <a:lnSpc>
                <a:spcPct val="100000"/>
              </a:lnSpc>
              <a:spcBef>
                <a:spcPts val="0"/>
              </a:spcBef>
              <a:spcAft>
                <a:spcPts val="0"/>
              </a:spcAft>
              <a:buSzPts val="2600"/>
              <a:buNone/>
              <a:defRPr sz="3467"/>
            </a:lvl8pPr>
            <a:lvl9pPr lvl="8" algn="l">
              <a:lnSpc>
                <a:spcPct val="100000"/>
              </a:lnSpc>
              <a:spcBef>
                <a:spcPts val="0"/>
              </a:spcBef>
              <a:spcAft>
                <a:spcPts val="0"/>
              </a:spcAft>
              <a:buSzPts val="2600"/>
              <a:buNone/>
              <a:defRPr sz="3467"/>
            </a:lvl9pPr>
          </a:lstStyle>
          <a:p>
            <a:endParaRPr/>
          </a:p>
        </p:txBody>
      </p:sp>
      <p:sp>
        <p:nvSpPr>
          <p:cNvPr id="74" name="Google Shape;74;p38"/>
          <p:cNvSpPr txBox="1">
            <a:spLocks noGrp="1"/>
          </p:cNvSpPr>
          <p:nvPr>
            <p:ph type="subTitle" idx="1"/>
          </p:nvPr>
        </p:nvSpPr>
        <p:spPr>
          <a:xfrm>
            <a:off x="966600" y="4215367"/>
            <a:ext cx="4401200" cy="1012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2133"/>
            </a:lvl1pPr>
            <a:lvl2pPr lvl="1" algn="l">
              <a:lnSpc>
                <a:spcPct val="100000"/>
              </a:lnSpc>
              <a:spcBef>
                <a:spcPts val="0"/>
              </a:spcBef>
              <a:spcAft>
                <a:spcPts val="0"/>
              </a:spcAft>
              <a:buSzPts val="1600"/>
              <a:buNone/>
              <a:defRPr sz="2133"/>
            </a:lvl2pPr>
            <a:lvl3pPr lvl="2" algn="l">
              <a:lnSpc>
                <a:spcPct val="100000"/>
              </a:lnSpc>
              <a:spcBef>
                <a:spcPts val="0"/>
              </a:spcBef>
              <a:spcAft>
                <a:spcPts val="0"/>
              </a:spcAft>
              <a:buSzPts val="1600"/>
              <a:buNone/>
              <a:defRPr sz="2133"/>
            </a:lvl3pPr>
            <a:lvl4pPr lvl="3" algn="l">
              <a:lnSpc>
                <a:spcPct val="100000"/>
              </a:lnSpc>
              <a:spcBef>
                <a:spcPts val="0"/>
              </a:spcBef>
              <a:spcAft>
                <a:spcPts val="0"/>
              </a:spcAft>
              <a:buSzPts val="1600"/>
              <a:buNone/>
              <a:defRPr sz="2133"/>
            </a:lvl4pPr>
            <a:lvl5pPr lvl="4" algn="l">
              <a:lnSpc>
                <a:spcPct val="100000"/>
              </a:lnSpc>
              <a:spcBef>
                <a:spcPts val="0"/>
              </a:spcBef>
              <a:spcAft>
                <a:spcPts val="0"/>
              </a:spcAft>
              <a:buSzPts val="1600"/>
              <a:buNone/>
              <a:defRPr sz="2133"/>
            </a:lvl5pPr>
            <a:lvl6pPr lvl="5" algn="l">
              <a:lnSpc>
                <a:spcPct val="100000"/>
              </a:lnSpc>
              <a:spcBef>
                <a:spcPts val="0"/>
              </a:spcBef>
              <a:spcAft>
                <a:spcPts val="0"/>
              </a:spcAft>
              <a:buSzPts val="1600"/>
              <a:buNone/>
              <a:defRPr sz="2133"/>
            </a:lvl6pPr>
            <a:lvl7pPr lvl="6" algn="l">
              <a:lnSpc>
                <a:spcPct val="100000"/>
              </a:lnSpc>
              <a:spcBef>
                <a:spcPts val="0"/>
              </a:spcBef>
              <a:spcAft>
                <a:spcPts val="0"/>
              </a:spcAft>
              <a:buSzPts val="1600"/>
              <a:buNone/>
              <a:defRPr sz="2133"/>
            </a:lvl7pPr>
            <a:lvl8pPr lvl="7" algn="l">
              <a:lnSpc>
                <a:spcPct val="100000"/>
              </a:lnSpc>
              <a:spcBef>
                <a:spcPts val="0"/>
              </a:spcBef>
              <a:spcAft>
                <a:spcPts val="0"/>
              </a:spcAft>
              <a:buSzPts val="1600"/>
              <a:buNone/>
              <a:defRPr sz="2133"/>
            </a:lvl8pPr>
            <a:lvl9pPr lvl="8" algn="l">
              <a:lnSpc>
                <a:spcPct val="100000"/>
              </a:lnSpc>
              <a:spcBef>
                <a:spcPts val="0"/>
              </a:spcBef>
              <a:spcAft>
                <a:spcPts val="0"/>
              </a:spcAft>
              <a:buSzPts val="1600"/>
              <a:buNone/>
              <a:defRPr sz="2133"/>
            </a:lvl9pPr>
          </a:lstStyle>
          <a:p>
            <a:endParaRPr/>
          </a:p>
        </p:txBody>
      </p:sp>
      <p:sp>
        <p:nvSpPr>
          <p:cNvPr id="75" name="Google Shape;75;p38"/>
          <p:cNvSpPr txBox="1">
            <a:spLocks noGrp="1"/>
          </p:cNvSpPr>
          <p:nvPr>
            <p:ph type="body" idx="2"/>
          </p:nvPr>
        </p:nvSpPr>
        <p:spPr>
          <a:xfrm>
            <a:off x="6898967" y="1803500"/>
            <a:ext cx="4499200" cy="40340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SzPts val="1300"/>
              <a:buChar char="●"/>
              <a:defRPr/>
            </a:lvl1pPr>
            <a:lvl2pPr marL="1219170" lvl="1" indent="-397923" algn="l">
              <a:lnSpc>
                <a:spcPct val="115000"/>
              </a:lnSpc>
              <a:spcBef>
                <a:spcPts val="0"/>
              </a:spcBef>
              <a:spcAft>
                <a:spcPts val="0"/>
              </a:spcAft>
              <a:buSzPts val="1100"/>
              <a:buChar char="○"/>
              <a:defRPr/>
            </a:lvl2pPr>
            <a:lvl3pPr marL="1828754" lvl="2" indent="-397923" algn="l">
              <a:lnSpc>
                <a:spcPct val="115000"/>
              </a:lnSpc>
              <a:spcBef>
                <a:spcPts val="0"/>
              </a:spcBef>
              <a:spcAft>
                <a:spcPts val="0"/>
              </a:spcAft>
              <a:buSzPts val="1100"/>
              <a:buChar char="■"/>
              <a:defRPr/>
            </a:lvl3pPr>
            <a:lvl4pPr marL="2438339" lvl="3" indent="-397923" algn="l">
              <a:lnSpc>
                <a:spcPct val="115000"/>
              </a:lnSpc>
              <a:spcBef>
                <a:spcPts val="0"/>
              </a:spcBef>
              <a:spcAft>
                <a:spcPts val="0"/>
              </a:spcAft>
              <a:buSzPts val="1100"/>
              <a:buChar char="●"/>
              <a:defRPr/>
            </a:lvl4pPr>
            <a:lvl5pPr marL="3047924" lvl="4" indent="-397923" algn="l">
              <a:lnSpc>
                <a:spcPct val="115000"/>
              </a:lnSpc>
              <a:spcBef>
                <a:spcPts val="0"/>
              </a:spcBef>
              <a:spcAft>
                <a:spcPts val="0"/>
              </a:spcAft>
              <a:buSzPts val="1100"/>
              <a:buChar char="○"/>
              <a:defRPr/>
            </a:lvl5pPr>
            <a:lvl6pPr marL="3657509" lvl="5" indent="-397923" algn="l">
              <a:lnSpc>
                <a:spcPct val="115000"/>
              </a:lnSpc>
              <a:spcBef>
                <a:spcPts val="0"/>
              </a:spcBef>
              <a:spcAft>
                <a:spcPts val="0"/>
              </a:spcAft>
              <a:buSzPts val="1100"/>
              <a:buChar char="■"/>
              <a:defRPr/>
            </a:lvl6pPr>
            <a:lvl7pPr marL="4267093" lvl="6" indent="-397923" algn="l">
              <a:lnSpc>
                <a:spcPct val="115000"/>
              </a:lnSpc>
              <a:spcBef>
                <a:spcPts val="0"/>
              </a:spcBef>
              <a:spcAft>
                <a:spcPts val="0"/>
              </a:spcAft>
              <a:buSzPts val="1100"/>
              <a:buChar char="●"/>
              <a:defRPr/>
            </a:lvl7pPr>
            <a:lvl8pPr marL="4876678" lvl="7" indent="-397923" algn="l">
              <a:lnSpc>
                <a:spcPct val="115000"/>
              </a:lnSpc>
              <a:spcBef>
                <a:spcPts val="0"/>
              </a:spcBef>
              <a:spcAft>
                <a:spcPts val="0"/>
              </a:spcAft>
              <a:buSzPts val="1100"/>
              <a:buChar char="○"/>
              <a:defRPr/>
            </a:lvl8pPr>
            <a:lvl9pPr marL="5486263" lvl="8" indent="-397923"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9260864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966600" y="5830068"/>
            <a:ext cx="10263200" cy="614000"/>
          </a:xfrm>
          <a:prstGeom prst="rect">
            <a:avLst/>
          </a:prstGeom>
          <a:noFill/>
          <a:ln>
            <a:noFill/>
          </a:ln>
        </p:spPr>
        <p:txBody>
          <a:bodyPr spcFirstLastPara="1" wrap="square" lIns="91425" tIns="91425" rIns="91425" bIns="91425" anchor="ctr" anchorCtr="0">
            <a:normAutofit/>
          </a:bodyPr>
          <a:lstStyle>
            <a:lvl1pPr marL="609585" lvl="0" indent="-304792"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5461002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ig number">
  <p:cSld name="Big 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1107190" y="5558840"/>
            <a:ext cx="994351" cy="61101"/>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867"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972600" y="978600"/>
            <a:ext cx="10251200" cy="1659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10666">
                <a:solidFill>
                  <a:schemeClr val="lt1"/>
                </a:solidFill>
              </a:defRPr>
            </a:lvl1pPr>
            <a:lvl2pPr lvl="1" algn="l">
              <a:lnSpc>
                <a:spcPct val="100000"/>
              </a:lnSpc>
              <a:spcBef>
                <a:spcPts val="0"/>
              </a:spcBef>
              <a:spcAft>
                <a:spcPts val="0"/>
              </a:spcAft>
              <a:buClr>
                <a:schemeClr val="lt1"/>
              </a:buClr>
              <a:buSzPts val="8000"/>
              <a:buNone/>
              <a:defRPr sz="10666">
                <a:solidFill>
                  <a:schemeClr val="lt1"/>
                </a:solidFill>
              </a:defRPr>
            </a:lvl2pPr>
            <a:lvl3pPr lvl="2" algn="l">
              <a:lnSpc>
                <a:spcPct val="100000"/>
              </a:lnSpc>
              <a:spcBef>
                <a:spcPts val="0"/>
              </a:spcBef>
              <a:spcAft>
                <a:spcPts val="0"/>
              </a:spcAft>
              <a:buClr>
                <a:schemeClr val="lt1"/>
              </a:buClr>
              <a:buSzPts val="8000"/>
              <a:buNone/>
              <a:defRPr sz="10666">
                <a:solidFill>
                  <a:schemeClr val="lt1"/>
                </a:solidFill>
              </a:defRPr>
            </a:lvl3pPr>
            <a:lvl4pPr lvl="3" algn="l">
              <a:lnSpc>
                <a:spcPct val="100000"/>
              </a:lnSpc>
              <a:spcBef>
                <a:spcPts val="0"/>
              </a:spcBef>
              <a:spcAft>
                <a:spcPts val="0"/>
              </a:spcAft>
              <a:buClr>
                <a:schemeClr val="lt1"/>
              </a:buClr>
              <a:buSzPts val="8000"/>
              <a:buNone/>
              <a:defRPr sz="10666">
                <a:solidFill>
                  <a:schemeClr val="lt1"/>
                </a:solidFill>
              </a:defRPr>
            </a:lvl4pPr>
            <a:lvl5pPr lvl="4" algn="l">
              <a:lnSpc>
                <a:spcPct val="100000"/>
              </a:lnSpc>
              <a:spcBef>
                <a:spcPts val="0"/>
              </a:spcBef>
              <a:spcAft>
                <a:spcPts val="0"/>
              </a:spcAft>
              <a:buClr>
                <a:schemeClr val="lt1"/>
              </a:buClr>
              <a:buSzPts val="8000"/>
              <a:buNone/>
              <a:defRPr sz="10666">
                <a:solidFill>
                  <a:schemeClr val="lt1"/>
                </a:solidFill>
              </a:defRPr>
            </a:lvl5pPr>
            <a:lvl6pPr lvl="5" algn="l">
              <a:lnSpc>
                <a:spcPct val="100000"/>
              </a:lnSpc>
              <a:spcBef>
                <a:spcPts val="0"/>
              </a:spcBef>
              <a:spcAft>
                <a:spcPts val="0"/>
              </a:spcAft>
              <a:buClr>
                <a:schemeClr val="lt1"/>
              </a:buClr>
              <a:buSzPts val="8000"/>
              <a:buNone/>
              <a:defRPr sz="10666">
                <a:solidFill>
                  <a:schemeClr val="lt1"/>
                </a:solidFill>
              </a:defRPr>
            </a:lvl6pPr>
            <a:lvl7pPr lvl="6" algn="l">
              <a:lnSpc>
                <a:spcPct val="100000"/>
              </a:lnSpc>
              <a:spcBef>
                <a:spcPts val="0"/>
              </a:spcBef>
              <a:spcAft>
                <a:spcPts val="0"/>
              </a:spcAft>
              <a:buClr>
                <a:schemeClr val="lt1"/>
              </a:buClr>
              <a:buSzPts val="8000"/>
              <a:buNone/>
              <a:defRPr sz="10666">
                <a:solidFill>
                  <a:schemeClr val="lt1"/>
                </a:solidFill>
              </a:defRPr>
            </a:lvl7pPr>
            <a:lvl8pPr lvl="7" algn="l">
              <a:lnSpc>
                <a:spcPct val="100000"/>
              </a:lnSpc>
              <a:spcBef>
                <a:spcPts val="0"/>
              </a:spcBef>
              <a:spcAft>
                <a:spcPts val="0"/>
              </a:spcAft>
              <a:buClr>
                <a:schemeClr val="lt1"/>
              </a:buClr>
              <a:buSzPts val="8000"/>
              <a:buNone/>
              <a:defRPr sz="10666">
                <a:solidFill>
                  <a:schemeClr val="lt1"/>
                </a:solidFill>
              </a:defRPr>
            </a:lvl8pPr>
            <a:lvl9pPr lvl="8" algn="l">
              <a:lnSpc>
                <a:spcPct val="100000"/>
              </a:lnSpc>
              <a:spcBef>
                <a:spcPts val="0"/>
              </a:spcBef>
              <a:spcAft>
                <a:spcPts val="0"/>
              </a:spcAft>
              <a:buClr>
                <a:schemeClr val="lt1"/>
              </a:buClr>
              <a:buSzPts val="8000"/>
              <a:buNone/>
              <a:defRPr sz="10666">
                <a:solidFill>
                  <a:schemeClr val="lt1"/>
                </a:solidFill>
              </a:defRPr>
            </a:lvl9pPr>
          </a:lstStyle>
          <a:p>
            <a:r>
              <a:t>xx%</a:t>
            </a:r>
          </a:p>
        </p:txBody>
      </p:sp>
      <p:sp>
        <p:nvSpPr>
          <p:cNvPr id="85" name="Google Shape;85;p40"/>
          <p:cNvSpPr txBox="1">
            <a:spLocks noGrp="1"/>
          </p:cNvSpPr>
          <p:nvPr>
            <p:ph type="body" idx="1"/>
          </p:nvPr>
        </p:nvSpPr>
        <p:spPr>
          <a:xfrm>
            <a:off x="972600" y="3030517"/>
            <a:ext cx="10251200" cy="2107200"/>
          </a:xfrm>
          <a:prstGeom prst="rect">
            <a:avLst/>
          </a:prstGeom>
          <a:noFill/>
          <a:ln>
            <a:noFill/>
          </a:ln>
        </p:spPr>
        <p:txBody>
          <a:bodyPr spcFirstLastPara="1" wrap="square" lIns="91425" tIns="91425" rIns="91425" bIns="91425" anchor="t" anchorCtr="0">
            <a:normAutofit/>
          </a:bodyPr>
          <a:lstStyle>
            <a:lvl1pPr marL="609585" lvl="0" indent="-414856" algn="l">
              <a:lnSpc>
                <a:spcPct val="115000"/>
              </a:lnSpc>
              <a:spcBef>
                <a:spcPts val="0"/>
              </a:spcBef>
              <a:spcAft>
                <a:spcPts val="0"/>
              </a:spcAft>
              <a:buClr>
                <a:schemeClr val="lt1"/>
              </a:buClr>
              <a:buSzPts val="1300"/>
              <a:buChar char="●"/>
              <a:defRPr>
                <a:solidFill>
                  <a:schemeClr val="lt1"/>
                </a:solidFill>
              </a:defRPr>
            </a:lvl1pPr>
            <a:lvl2pPr marL="1219170" lvl="1" indent="-397923" algn="l">
              <a:lnSpc>
                <a:spcPct val="115000"/>
              </a:lnSpc>
              <a:spcBef>
                <a:spcPts val="0"/>
              </a:spcBef>
              <a:spcAft>
                <a:spcPts val="0"/>
              </a:spcAft>
              <a:buClr>
                <a:schemeClr val="lt1"/>
              </a:buClr>
              <a:buSzPts val="1100"/>
              <a:buChar char="○"/>
              <a:defRPr>
                <a:solidFill>
                  <a:schemeClr val="lt1"/>
                </a:solidFill>
              </a:defRPr>
            </a:lvl2pPr>
            <a:lvl3pPr marL="1828754" lvl="2" indent="-397923" algn="l">
              <a:lnSpc>
                <a:spcPct val="115000"/>
              </a:lnSpc>
              <a:spcBef>
                <a:spcPts val="0"/>
              </a:spcBef>
              <a:spcAft>
                <a:spcPts val="0"/>
              </a:spcAft>
              <a:buClr>
                <a:schemeClr val="lt1"/>
              </a:buClr>
              <a:buSzPts val="1100"/>
              <a:buChar char="■"/>
              <a:defRPr>
                <a:solidFill>
                  <a:schemeClr val="lt1"/>
                </a:solidFill>
              </a:defRPr>
            </a:lvl3pPr>
            <a:lvl4pPr marL="2438339" lvl="3" indent="-397923" algn="l">
              <a:lnSpc>
                <a:spcPct val="115000"/>
              </a:lnSpc>
              <a:spcBef>
                <a:spcPts val="0"/>
              </a:spcBef>
              <a:spcAft>
                <a:spcPts val="0"/>
              </a:spcAft>
              <a:buClr>
                <a:schemeClr val="lt1"/>
              </a:buClr>
              <a:buSzPts val="1100"/>
              <a:buChar char="●"/>
              <a:defRPr>
                <a:solidFill>
                  <a:schemeClr val="lt1"/>
                </a:solidFill>
              </a:defRPr>
            </a:lvl4pPr>
            <a:lvl5pPr marL="3047924" lvl="4" indent="-397923" algn="l">
              <a:lnSpc>
                <a:spcPct val="115000"/>
              </a:lnSpc>
              <a:spcBef>
                <a:spcPts val="0"/>
              </a:spcBef>
              <a:spcAft>
                <a:spcPts val="0"/>
              </a:spcAft>
              <a:buClr>
                <a:schemeClr val="lt1"/>
              </a:buClr>
              <a:buSzPts val="1100"/>
              <a:buChar char="○"/>
              <a:defRPr>
                <a:solidFill>
                  <a:schemeClr val="lt1"/>
                </a:solidFill>
              </a:defRPr>
            </a:lvl5pPr>
            <a:lvl6pPr marL="3657509" lvl="5" indent="-397923" algn="l">
              <a:lnSpc>
                <a:spcPct val="115000"/>
              </a:lnSpc>
              <a:spcBef>
                <a:spcPts val="0"/>
              </a:spcBef>
              <a:spcAft>
                <a:spcPts val="0"/>
              </a:spcAft>
              <a:buClr>
                <a:schemeClr val="lt1"/>
              </a:buClr>
              <a:buSzPts val="1100"/>
              <a:buChar char="■"/>
              <a:defRPr>
                <a:solidFill>
                  <a:schemeClr val="lt1"/>
                </a:solidFill>
              </a:defRPr>
            </a:lvl6pPr>
            <a:lvl7pPr marL="4267093" lvl="6" indent="-397923" algn="l">
              <a:lnSpc>
                <a:spcPct val="115000"/>
              </a:lnSpc>
              <a:spcBef>
                <a:spcPts val="0"/>
              </a:spcBef>
              <a:spcAft>
                <a:spcPts val="0"/>
              </a:spcAft>
              <a:buClr>
                <a:schemeClr val="lt1"/>
              </a:buClr>
              <a:buSzPts val="1100"/>
              <a:buChar char="●"/>
              <a:defRPr>
                <a:solidFill>
                  <a:schemeClr val="lt1"/>
                </a:solidFill>
              </a:defRPr>
            </a:lvl7pPr>
            <a:lvl8pPr marL="4876678" lvl="7" indent="-397923" algn="l">
              <a:lnSpc>
                <a:spcPct val="115000"/>
              </a:lnSpc>
              <a:spcBef>
                <a:spcPts val="0"/>
              </a:spcBef>
              <a:spcAft>
                <a:spcPts val="0"/>
              </a:spcAft>
              <a:buClr>
                <a:schemeClr val="lt1"/>
              </a:buClr>
              <a:buSzPts val="1100"/>
              <a:buChar char="○"/>
              <a:defRPr>
                <a:solidFill>
                  <a:schemeClr val="lt1"/>
                </a:solidFill>
              </a:defRPr>
            </a:lvl8pPr>
            <a:lvl9pPr marL="5486263" lvl="8" indent="-397923"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l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4665060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03105911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415600" y="593367"/>
            <a:ext cx="11360800" cy="7636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867981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theme" Target="../theme/theme2.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923928" y="134944"/>
            <a:ext cx="8391525" cy="904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8" name="Text Placeholder 2"/>
          <p:cNvSpPr>
            <a:spLocks noGrp="1"/>
          </p:cNvSpPr>
          <p:nvPr>
            <p:ph type="body" idx="1"/>
          </p:nvPr>
        </p:nvSpPr>
        <p:spPr bwMode="auto">
          <a:xfrm>
            <a:off x="679451" y="1311275"/>
            <a:ext cx="10515600" cy="43513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Slide Number Placeholder 5"/>
          <p:cNvSpPr>
            <a:spLocks noGrp="1"/>
          </p:cNvSpPr>
          <p:nvPr>
            <p:ph type="sldNum" sz="quarter" idx="4"/>
          </p:nvPr>
        </p:nvSpPr>
        <p:spPr>
          <a:xfrm>
            <a:off x="8610600" y="6356356"/>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b="1">
                <a:solidFill>
                  <a:srgbClr val="002060"/>
                </a:solidFill>
                <a:latin typeface="Times New Roman" panose="02020603050405020304" pitchFamily="18" charset="0"/>
                <a:cs typeface="Times New Roman" panose="02020603050405020304" pitchFamily="18" charset="0"/>
              </a:defRPr>
            </a:lvl1pPr>
          </a:lstStyle>
          <a:p>
            <a:fld id="{4C34A185-1BC0-44F0-B65A-D683D100ACD1}" type="slidenum">
              <a:rPr lang="en-US" smtClean="0"/>
              <a:pPr/>
              <a:t>‹#›</a:t>
            </a:fld>
            <a:endParaRPr lang="en-US"/>
          </a:p>
        </p:txBody>
      </p:sp>
      <p:pic>
        <p:nvPicPr>
          <p:cNvPr id="1030" name="Picture 2" descr="Image result for chandigarh university logo"/>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111129" y="104775"/>
            <a:ext cx="606425"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ight Triangle 14">
            <a:extLst>
              <a:ext uri="{FF2B5EF4-FFF2-40B4-BE49-F238E27FC236}">
                <a16:creationId xmlns:a16="http://schemas.microsoft.com/office/drawing/2014/main" id="{0983CA01-DED8-4A8A-82CA-5B1BE1DADB0C}"/>
              </a:ext>
            </a:extLst>
          </p:cNvPr>
          <p:cNvSpPr/>
          <p:nvPr/>
        </p:nvSpPr>
        <p:spPr>
          <a:xfrm flipH="1">
            <a:off x="-2753939" y="293688"/>
            <a:ext cx="5146676" cy="5853112"/>
          </a:xfrm>
          <a:prstGeom prst="rtTriangle">
            <a:avLst/>
          </a:prstGeom>
          <a:solidFill>
            <a:schemeClr val="bg1">
              <a:lumMod val="85000"/>
              <a:alpha val="26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800" kern="0">
              <a:solidFill>
                <a:srgbClr val="FFFFFF"/>
              </a:solidFill>
              <a:latin typeface="Calibri" panose="020F0502020204030204"/>
            </a:endParaRPr>
          </a:p>
        </p:txBody>
      </p:sp>
      <p:grpSp>
        <p:nvGrpSpPr>
          <p:cNvPr id="2" name="Group 8"/>
          <p:cNvGrpSpPr>
            <a:grpSpLocks/>
          </p:cNvGrpSpPr>
          <p:nvPr/>
        </p:nvGrpSpPr>
        <p:grpSpPr bwMode="auto">
          <a:xfrm>
            <a:off x="11668129" y="5108575"/>
            <a:ext cx="409575" cy="1612900"/>
            <a:chOff x="83821" y="0"/>
            <a:chExt cx="219636" cy="903079"/>
          </a:xfrm>
        </p:grpSpPr>
        <p:sp>
          <p:nvSpPr>
            <p:cNvPr id="10" name="Rectangle 9"/>
            <p:cNvSpPr/>
            <p:nvPr/>
          </p:nvSpPr>
          <p:spPr>
            <a:xfrm>
              <a:off x="83821" y="0"/>
              <a:ext cx="219636" cy="2106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1" name="Rectangle 10"/>
            <p:cNvSpPr/>
            <p:nvPr/>
          </p:nvSpPr>
          <p:spPr>
            <a:xfrm>
              <a:off x="84673" y="408874"/>
              <a:ext cx="218784" cy="494205"/>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sp>
          <p:nvSpPr>
            <p:cNvPr id="12" name="Rectangle 11"/>
            <p:cNvSpPr/>
            <p:nvPr/>
          </p:nvSpPr>
          <p:spPr>
            <a:xfrm>
              <a:off x="83821" y="210659"/>
              <a:ext cx="217933" cy="221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800"/>
            </a:p>
          </p:txBody>
        </p:sp>
        <p:graphicFrame>
          <p:nvGraphicFramePr>
            <p:cNvPr id="1040" name="Object 12"/>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1" imgW="2169000" imgH="2169360" progId="">
                    <p:embed/>
                  </p:oleObj>
                </mc:Choice>
                <mc:Fallback>
                  <p:oleObj name="CorelDRAW" r:id="rId21" imgW="2169000" imgH="2169360" progId="">
                    <p:embed/>
                    <p:pic>
                      <p:nvPicPr>
                        <p:cNvPr id="0" name="Object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3" name="Group 16"/>
          <p:cNvGrpSpPr>
            <a:grpSpLocks/>
          </p:cNvGrpSpPr>
          <p:nvPr/>
        </p:nvGrpSpPr>
        <p:grpSpPr bwMode="auto">
          <a:xfrm rot="10800000">
            <a:off x="3" y="6251581"/>
            <a:ext cx="731839" cy="606425"/>
            <a:chOff x="5401469" y="1588"/>
            <a:chExt cx="1389063" cy="540239"/>
          </a:xfrm>
        </p:grpSpPr>
        <p:sp>
          <p:nvSpPr>
            <p:cNvPr id="1035" name="Freeform 5"/>
            <p:cNvSpPr>
              <a:spLocks/>
            </p:cNvSpPr>
            <p:nvPr/>
          </p:nvSpPr>
          <p:spPr bwMode="auto">
            <a:xfrm>
              <a:off x="5401469" y="1588"/>
              <a:ext cx="1205279" cy="540239"/>
            </a:xfrm>
            <a:custGeom>
              <a:avLst/>
              <a:gdLst>
                <a:gd name="T0" fmla="*/ 0 w 1410"/>
                <a:gd name="T1" fmla="*/ 0 h 632"/>
                <a:gd name="T2" fmla="*/ 2147483646 w 1410"/>
                <a:gd name="T3" fmla="*/ 2147483646 h 632"/>
                <a:gd name="T4" fmla="*/ 2147483646 w 1410"/>
                <a:gd name="T5" fmla="*/ 2147483646 h 632"/>
                <a:gd name="T6" fmla="*/ 2147483646 w 1410"/>
                <a:gd name="T7" fmla="*/ 0 h 632"/>
                <a:gd name="T8" fmla="*/ 0 w 1410"/>
                <a:gd name="T9" fmla="*/ 0 h 6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0" h="632">
                  <a:moveTo>
                    <a:pt x="0" y="0"/>
                  </a:moveTo>
                  <a:lnTo>
                    <a:pt x="630" y="632"/>
                  </a:lnTo>
                  <a:lnTo>
                    <a:pt x="1410" y="632"/>
                  </a:lnTo>
                  <a:lnTo>
                    <a:pt x="780" y="0"/>
                  </a:lnTo>
                  <a:lnTo>
                    <a:pt x="0" y="0"/>
                  </a:lnTo>
                  <a:close/>
                </a:path>
              </a:pathLst>
            </a:custGeom>
            <a:gradFill rotWithShape="1">
              <a:gsLst>
                <a:gs pos="0">
                  <a:srgbClr val="0C344C"/>
                </a:gs>
                <a:gs pos="100000">
                  <a:srgbClr val="D80F79"/>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sp>
          <p:nvSpPr>
            <p:cNvPr id="1036" name="Freeform 6"/>
            <p:cNvSpPr>
              <a:spLocks/>
            </p:cNvSpPr>
            <p:nvPr/>
          </p:nvSpPr>
          <p:spPr bwMode="auto">
            <a:xfrm>
              <a:off x="6252003" y="1588"/>
              <a:ext cx="538529" cy="426549"/>
            </a:xfrm>
            <a:custGeom>
              <a:avLst/>
              <a:gdLst>
                <a:gd name="T0" fmla="*/ 0 w 630"/>
                <a:gd name="T1" fmla="*/ 0 h 499"/>
                <a:gd name="T2" fmla="*/ 2147483646 w 630"/>
                <a:gd name="T3" fmla="*/ 2147483646 h 499"/>
                <a:gd name="T4" fmla="*/ 2147483646 w 630"/>
                <a:gd name="T5" fmla="*/ 2147483646 h 499"/>
                <a:gd name="T6" fmla="*/ 2147483646 w 630"/>
                <a:gd name="T7" fmla="*/ 0 h 499"/>
                <a:gd name="T8" fmla="*/ 0 w 630"/>
                <a:gd name="T9" fmla="*/ 0 h 4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0" h="499">
                  <a:moveTo>
                    <a:pt x="0" y="0"/>
                  </a:moveTo>
                  <a:lnTo>
                    <a:pt x="498" y="499"/>
                  </a:lnTo>
                  <a:lnTo>
                    <a:pt x="630" y="499"/>
                  </a:lnTo>
                  <a:lnTo>
                    <a:pt x="132" y="0"/>
                  </a:lnTo>
                  <a:lnTo>
                    <a:pt x="0" y="0"/>
                  </a:lnTo>
                  <a:close/>
                </a:path>
              </a:pathLst>
            </a:custGeom>
            <a:solidFill>
              <a:srgbClr val="BFBEB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sz="1800"/>
            </a:p>
          </p:txBody>
        </p:sp>
      </p:grpSp>
      <p:pic>
        <p:nvPicPr>
          <p:cNvPr id="16" name="Picture 2" descr="C:\Users\OM\Downloads\naac-sticker.png">
            <a:extLst>
              <a:ext uri="{FF2B5EF4-FFF2-40B4-BE49-F238E27FC236}">
                <a16:creationId xmlns:a16="http://schemas.microsoft.com/office/drawing/2014/main" id="{D7427353-50B9-40E6-8D87-DD3C5C9CF453}"/>
              </a:ext>
            </a:extLst>
          </p:cNvPr>
          <p:cNvPicPr>
            <a:picLocks noChangeAspect="1" noChangeArrowheads="1"/>
          </p:cNvPicPr>
          <p:nvPr/>
        </p:nvPicPr>
        <p:blipFill>
          <a:blip r:embed="rId23" cstate="print"/>
          <a:srcRect b="23807"/>
          <a:stretch>
            <a:fillRect/>
          </a:stretch>
        </p:blipFill>
        <p:spPr bwMode="auto">
          <a:xfrm>
            <a:off x="9558792" y="231100"/>
            <a:ext cx="2515736" cy="682387"/>
          </a:xfrm>
          <a:prstGeom prst="rect">
            <a:avLst/>
          </a:prstGeom>
          <a:noFill/>
        </p:spPr>
      </p:pic>
    </p:spTree>
    <p:extLst>
      <p:ext uri="{BB962C8B-B14F-4D97-AF65-F5344CB8AC3E}">
        <p14:creationId xmlns:p14="http://schemas.microsoft.com/office/powerpoint/2010/main" val="3444737426"/>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49" r:id="rId18"/>
  </p:sldLayoutIdLst>
  <p:txStyles>
    <p:titleStyle>
      <a:lvl1pPr algn="ctr" rtl="0" eaLnBrk="1" fontAlgn="base" hangingPunct="1">
        <a:lnSpc>
          <a:spcPct val="90000"/>
        </a:lnSpc>
        <a:spcBef>
          <a:spcPct val="0"/>
        </a:spcBef>
        <a:spcAft>
          <a:spcPct val="0"/>
        </a:spcAft>
        <a:defRPr sz="4400" b="1" kern="1200">
          <a:solidFill>
            <a:srgbClr val="002060"/>
          </a:solidFill>
          <a:latin typeface="Times New Roman" panose="02020603050405020304" pitchFamily="18" charset="0"/>
          <a:ea typeface="+mj-ea"/>
          <a:cs typeface="Times New Roman" panose="02020603050405020304" pitchFamily="18" charset="0"/>
        </a:defRPr>
      </a:lvl1pPr>
      <a:lvl2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2pPr>
      <a:lvl3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3pPr>
      <a:lvl4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4pPr>
      <a:lvl5pPr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5pPr>
      <a:lvl6pPr marL="4572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6pPr>
      <a:lvl7pPr marL="9144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7pPr>
      <a:lvl8pPr marL="13716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8pPr>
      <a:lvl9pPr marL="1828800" algn="ctr" rtl="0" eaLnBrk="1" fontAlgn="base" hangingPunct="1">
        <a:lnSpc>
          <a:spcPct val="90000"/>
        </a:lnSpc>
        <a:spcBef>
          <a:spcPct val="0"/>
        </a:spcBef>
        <a:spcAft>
          <a:spcPct val="0"/>
        </a:spcAft>
        <a:defRPr sz="3200" b="1">
          <a:solidFill>
            <a:srgbClr val="002060"/>
          </a:solidFill>
          <a:latin typeface="Times New Roman" panose="02020603050405020304" pitchFamily="18" charset="0"/>
          <a:cs typeface="Times New Roman" panose="02020603050405020304" pitchFamily="18"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a:p>
        </p:txBody>
      </p:sp>
      <p:sp>
        <p:nvSpPr>
          <p:cNvPr id="8" name="Google Shape;8;p28"/>
          <p:cNvSpPr txBox="1">
            <a:spLocks noGrp="1"/>
          </p:cNvSpPr>
          <p:nvPr>
            <p:ph type="sldNum" idx="12"/>
          </p:nvPr>
        </p:nvSpPr>
        <p:spPr>
          <a:xfrm>
            <a:off x="11381736" y="6333135"/>
            <a:ext cx="731600" cy="524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rgbClr val="000000"/>
              </a:buClr>
              <a:buSzPts val="1000"/>
              <a:buFont typeface="Arial"/>
              <a:buNone/>
              <a:defRPr sz="1333" b="0" i="0" u="none" strike="noStrike" cap="none">
                <a:solidFill>
                  <a:schemeClr val="accent1"/>
                </a:solidFill>
                <a:latin typeface="Lato"/>
                <a:ea typeface="Lato"/>
                <a:cs typeface="Lato"/>
                <a:sym typeface="Lato"/>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688964200"/>
      </p:ext>
    </p:extLst>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8717" y="1623357"/>
            <a:ext cx="3710644" cy="3710644"/>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8763000" y="6508751"/>
            <a:ext cx="2743200" cy="365200"/>
          </a:xfrm>
          <a:prstGeom prst="rect">
            <a:avLst/>
          </a:prstGeom>
          <a:no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4" name="Google Shape;94;p1"/>
          <p:cNvSpPr/>
          <p:nvPr/>
        </p:nvSpPr>
        <p:spPr>
          <a:xfrm rot="10800000" flipH="1">
            <a:off x="10395517" y="5716751"/>
            <a:ext cx="1291200" cy="1157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6" name="Google Shape;96;p1"/>
          <p:cNvSpPr/>
          <p:nvPr/>
        </p:nvSpPr>
        <p:spPr>
          <a:xfrm flipH="1">
            <a:off x="7046399" y="-65087"/>
            <a:ext cx="5145600" cy="5853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7" name="Google Shape;97;p1"/>
          <p:cNvSpPr/>
          <p:nvPr/>
        </p:nvSpPr>
        <p:spPr>
          <a:xfrm>
            <a:off x="2124075" y="2025527"/>
            <a:ext cx="6829600" cy="15808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21900" tIns="60933" rIns="121900" bIns="60933" anchor="ctr" anchorCtr="0">
            <a:noAutofit/>
          </a:bodyPr>
          <a:lstStyle/>
          <a:p>
            <a:pPr algn="ctr" defTabSz="1219170" eaLnBrk="1" fontAlgn="auto" hangingPunct="1">
              <a:spcBef>
                <a:spcPts val="0"/>
              </a:spcBef>
              <a:spcAft>
                <a:spcPts val="0"/>
              </a:spcAft>
              <a:buClr>
                <a:srgbClr val="FFFFFF"/>
              </a:buClr>
              <a:buSzPts val="1800"/>
            </a:pPr>
            <a:endParaRPr sz="2400" kern="0">
              <a:solidFill>
                <a:srgbClr val="FFFFFF"/>
              </a:solidFill>
              <a:latin typeface="Calibri"/>
              <a:ea typeface="Calibri"/>
              <a:cs typeface="Calibri"/>
              <a:sym typeface="Calibri"/>
            </a:endParaRPr>
          </a:p>
        </p:txBody>
      </p:sp>
      <p:sp>
        <p:nvSpPr>
          <p:cNvPr id="98" name="Google Shape;98;p1"/>
          <p:cNvSpPr/>
          <p:nvPr/>
        </p:nvSpPr>
        <p:spPr>
          <a:xfrm flipH="1">
            <a:off x="9814000" y="5239000"/>
            <a:ext cx="2366400" cy="1600400"/>
          </a:xfrm>
          <a:prstGeom prst="rtTriangle">
            <a:avLst/>
          </a:prstGeom>
          <a:solidFill>
            <a:srgbClr val="C00000"/>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102" name="Google Shape;102;p1"/>
          <p:cNvSpPr txBox="1"/>
          <p:nvPr/>
        </p:nvSpPr>
        <p:spPr>
          <a:xfrm>
            <a:off x="1029195" y="1268779"/>
            <a:ext cx="10951200" cy="4305996"/>
          </a:xfrm>
          <a:prstGeom prst="rect">
            <a:avLst/>
          </a:prstGeom>
          <a:noFill/>
          <a:ln>
            <a:noFill/>
          </a:ln>
        </p:spPr>
        <p:txBody>
          <a:bodyPr spcFirstLastPara="1" wrap="square" lIns="121900" tIns="60933" rIns="121900" bIns="60933" anchor="t" anchorCtr="0">
            <a:spAutoFit/>
          </a:bodyPr>
          <a:lstStyle/>
          <a:p>
            <a:pPr algn="ctr" defTabSz="1219170" eaLnBrk="1" fontAlgn="auto" hangingPunct="1">
              <a:lnSpc>
                <a:spcPct val="90000"/>
              </a:lnSpc>
              <a:spcBef>
                <a:spcPts val="0"/>
              </a:spcBef>
              <a:spcAft>
                <a:spcPts val="0"/>
              </a:spcAft>
              <a:buClr>
                <a:srgbClr val="1A9988"/>
              </a:buClr>
              <a:buSzPts val="3200"/>
            </a:pPr>
            <a:r>
              <a:rPr lang="en-US" sz="4267" b="1" kern="0" dirty="0">
                <a:solidFill>
                  <a:srgbClr val="1A1A1A"/>
                </a:solidFill>
                <a:ea typeface="Calibri" panose="020F0502020204030204" pitchFamily="34" charset="0"/>
                <a:cs typeface="Calibri" panose="020F0502020204030204" pitchFamily="34" charset="0"/>
                <a:sym typeface="Arial Black"/>
              </a:rPr>
              <a:t>UNIVERSITY INSTITUTE OF COMPUTING</a:t>
            </a:r>
            <a:endParaRPr sz="1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3200"/>
            </a:pPr>
            <a:r>
              <a:rPr lang="en-IN" sz="4267" b="1" kern="0" dirty="0">
                <a:solidFill>
                  <a:srgbClr val="1A1A1A"/>
                </a:solidFill>
                <a:ea typeface="Calibri" panose="020F0502020204030204" pitchFamily="34" charset="0"/>
                <a:cs typeface="Calibri" panose="020F0502020204030204" pitchFamily="34" charset="0"/>
                <a:sym typeface="Arial Black"/>
              </a:rPr>
              <a:t>MASTER OF COMPUTER APPLICATIONS</a:t>
            </a:r>
            <a:endParaRPr sz="1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2800"/>
            </a:pPr>
            <a:r>
              <a:rPr lang="en-IN" sz="2667" kern="0" dirty="0">
                <a:solidFill>
                  <a:srgbClr val="1A1A1A"/>
                </a:solidFill>
                <a:ea typeface="Calibri" panose="020F0502020204030204" pitchFamily="34" charset="0"/>
                <a:cs typeface="Calibri" panose="020F0502020204030204" pitchFamily="34" charset="0"/>
                <a:sym typeface="Times New Roman"/>
              </a:rPr>
              <a:t>DESIGN AND ANALYSIS OF ALGORITHMS</a:t>
            </a:r>
            <a:endParaRPr sz="1867"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2800"/>
            </a:pPr>
            <a:r>
              <a:rPr lang="en-IN" sz="2667" kern="0" dirty="0">
                <a:solidFill>
                  <a:srgbClr val="1A1A1A"/>
                </a:solidFill>
                <a:ea typeface="Calibri" panose="020F0502020204030204" pitchFamily="34" charset="0"/>
                <a:cs typeface="Calibri" panose="020F0502020204030204" pitchFamily="34" charset="0"/>
                <a:sym typeface="Times New Roman"/>
              </a:rPr>
              <a:t>25 CAT 611</a:t>
            </a:r>
            <a:endParaRPr sz="2133"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Unit No.  3                    Chapter No.  3.2.5                  </a:t>
            </a:r>
          </a:p>
          <a:p>
            <a:pP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Topic : Hamiltonian Cycle</a:t>
            </a:r>
          </a:p>
          <a:p>
            <a:pP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Faculty Name and </a:t>
            </a:r>
            <a:r>
              <a:rPr lang="en-US" sz="2400" b="1" kern="0" dirty="0" err="1">
                <a:solidFill>
                  <a:srgbClr val="000000"/>
                </a:solidFill>
                <a:ea typeface="Calibri" panose="020F0502020204030204" pitchFamily="34" charset="0"/>
                <a:cs typeface="Calibri" panose="020F0502020204030204" pitchFamily="34" charset="0"/>
                <a:sym typeface="Arial"/>
              </a:rPr>
              <a:t>E_Code</a:t>
            </a:r>
            <a:r>
              <a:rPr lang="en-US" sz="2400" b="1" kern="0" dirty="0">
                <a:solidFill>
                  <a:srgbClr val="000000"/>
                </a:solidFill>
                <a:ea typeface="Calibri" panose="020F0502020204030204" pitchFamily="34" charset="0"/>
                <a:cs typeface="Calibri" panose="020F0502020204030204" pitchFamily="34" charset="0"/>
                <a:sym typeface="Arial"/>
              </a:rPr>
              <a:t>  Dr. Sameera(17674)                 Designation: Asst. Professor</a:t>
            </a:r>
            <a:endParaRPr lang="en-US" sz="4267" b="1" kern="0" dirty="0">
              <a:solidFill>
                <a:srgbClr val="1A1A1A"/>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7046401" y="0"/>
            <a:ext cx="5145599" cy="789896"/>
          </a:xfrm>
          <a:prstGeom prst="rect">
            <a:avLst/>
          </a:prstGeom>
          <a:noFill/>
        </p:spPr>
        <p:txBody>
          <a:bodyPr wrap="square" rtlCol="0">
            <a:spAutoFit/>
          </a:bodyPr>
          <a:lstStyle/>
          <a:p>
            <a:pPr algn="r" defTabSz="1219170" eaLnBrk="1" fontAlgn="auto" hangingPunct="1">
              <a:spcBef>
                <a:spcPts val="0"/>
              </a:spcBef>
              <a:spcAft>
                <a:spcPts val="0"/>
              </a:spcAft>
              <a:buClr>
                <a:srgbClr val="000000"/>
              </a:buClr>
            </a:pPr>
            <a:r>
              <a:rPr lang="en-IN" sz="2400" b="1" kern="0" dirty="0">
                <a:solidFill>
                  <a:srgbClr val="FFFFFF">
                    <a:lumMod val="65000"/>
                  </a:srgbClr>
                </a:solidFill>
                <a:ea typeface="Calibri" panose="020F0502020204030204" pitchFamily="34" charset="0"/>
                <a:cs typeface="Calibri" panose="020F0502020204030204" pitchFamily="34" charset="0"/>
                <a:sym typeface="Arial"/>
              </a:rPr>
              <a:t>Academic Session 2025-26 </a:t>
            </a:r>
          </a:p>
          <a:p>
            <a:pPr algn="r" defTabSz="1219170" eaLnBrk="1" fontAlgn="auto" hangingPunct="1">
              <a:spcBef>
                <a:spcPts val="0"/>
              </a:spcBef>
              <a:spcAft>
                <a:spcPts val="0"/>
              </a:spcAft>
              <a:buClr>
                <a:srgbClr val="000000"/>
              </a:buClr>
            </a:pPr>
            <a:r>
              <a:rPr lang="en-IN" sz="2133" b="1" kern="0" dirty="0">
                <a:solidFill>
                  <a:srgbClr val="000000"/>
                </a:solidFill>
                <a:ea typeface="Calibri" panose="020F0502020204030204" pitchFamily="34" charset="0"/>
                <a:cs typeface="Calibri" panose="020F0502020204030204" pitchFamily="34" charset="0"/>
                <a:sym typeface="Arial"/>
              </a:rPr>
              <a:t>ODD Semester Jul-Dec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88717" y="1623357"/>
            <a:ext cx="3710644" cy="3710644"/>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8763000" y="6508751"/>
            <a:ext cx="2743200" cy="365200"/>
          </a:xfrm>
          <a:prstGeom prst="rect">
            <a:avLst/>
          </a:prstGeom>
          <a:no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4" name="Google Shape;94;p1"/>
          <p:cNvSpPr/>
          <p:nvPr/>
        </p:nvSpPr>
        <p:spPr>
          <a:xfrm rot="10800000" flipH="1">
            <a:off x="10395517" y="5716751"/>
            <a:ext cx="1291200" cy="1157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6" name="Google Shape;96;p1"/>
          <p:cNvSpPr/>
          <p:nvPr/>
        </p:nvSpPr>
        <p:spPr>
          <a:xfrm flipH="1">
            <a:off x="7046399" y="-65087"/>
            <a:ext cx="5145600" cy="5853200"/>
          </a:xfrm>
          <a:prstGeom prst="rtTriangle">
            <a:avLst/>
          </a:prstGeom>
          <a:solidFill>
            <a:srgbClr val="F2F2F2">
              <a:alpha val="16078"/>
            </a:srgbClr>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97" name="Google Shape;97;p1"/>
          <p:cNvSpPr/>
          <p:nvPr/>
        </p:nvSpPr>
        <p:spPr>
          <a:xfrm>
            <a:off x="2124075" y="2025527"/>
            <a:ext cx="6829600" cy="15808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121900" tIns="60933" rIns="121900" bIns="60933" anchor="ctr" anchorCtr="0">
            <a:noAutofit/>
          </a:bodyPr>
          <a:lstStyle/>
          <a:p>
            <a:pPr algn="ctr" defTabSz="1219170" eaLnBrk="1" fontAlgn="auto" hangingPunct="1">
              <a:spcBef>
                <a:spcPts val="0"/>
              </a:spcBef>
              <a:spcAft>
                <a:spcPts val="0"/>
              </a:spcAft>
              <a:buClr>
                <a:srgbClr val="FFFFFF"/>
              </a:buClr>
              <a:buSzPts val="1800"/>
            </a:pPr>
            <a:endParaRPr sz="2400" kern="0">
              <a:solidFill>
                <a:srgbClr val="FFFFFF"/>
              </a:solidFill>
              <a:latin typeface="Calibri"/>
              <a:ea typeface="Calibri"/>
              <a:cs typeface="Calibri"/>
              <a:sym typeface="Calibri"/>
            </a:endParaRPr>
          </a:p>
        </p:txBody>
      </p:sp>
      <p:sp>
        <p:nvSpPr>
          <p:cNvPr id="98" name="Google Shape;98;p1"/>
          <p:cNvSpPr/>
          <p:nvPr/>
        </p:nvSpPr>
        <p:spPr>
          <a:xfrm flipH="1">
            <a:off x="9814000" y="5239000"/>
            <a:ext cx="2366400" cy="1600400"/>
          </a:xfrm>
          <a:prstGeom prst="rtTriangle">
            <a:avLst/>
          </a:prstGeom>
          <a:solidFill>
            <a:srgbClr val="C00000"/>
          </a:solidFill>
          <a:ln>
            <a:noFill/>
          </a:ln>
        </p:spPr>
        <p:txBody>
          <a:bodyPr spcFirstLastPara="1" wrap="square" lIns="121900" tIns="60933" rIns="121900" bIns="60933" anchor="ctr" anchorCtr="0">
            <a:noAutofit/>
          </a:bodyPr>
          <a:lstStyle/>
          <a:p>
            <a:pPr defTabSz="1219170" eaLnBrk="1" fontAlgn="auto" hangingPunct="1">
              <a:spcBef>
                <a:spcPts val="0"/>
              </a:spcBef>
              <a:spcAft>
                <a:spcPts val="0"/>
              </a:spcAft>
              <a:buClr>
                <a:srgbClr val="000000"/>
              </a:buClr>
              <a:buSzPts val="1800"/>
            </a:pPr>
            <a:endParaRPr sz="2400" kern="0">
              <a:solidFill>
                <a:srgbClr val="1A9988"/>
              </a:solidFill>
              <a:latin typeface="Arial"/>
              <a:ea typeface="Arial"/>
              <a:cs typeface="Arial"/>
              <a:sym typeface="Arial"/>
            </a:endParaRPr>
          </a:p>
        </p:txBody>
      </p:sp>
      <p:sp>
        <p:nvSpPr>
          <p:cNvPr id="102" name="Google Shape;102;p1"/>
          <p:cNvSpPr txBox="1"/>
          <p:nvPr/>
        </p:nvSpPr>
        <p:spPr>
          <a:xfrm>
            <a:off x="1029195" y="1268779"/>
            <a:ext cx="10951200" cy="4276501"/>
          </a:xfrm>
          <a:prstGeom prst="rect">
            <a:avLst/>
          </a:prstGeom>
          <a:noFill/>
          <a:ln>
            <a:noFill/>
          </a:ln>
        </p:spPr>
        <p:txBody>
          <a:bodyPr spcFirstLastPara="1" wrap="square" lIns="121900" tIns="60933" rIns="121900" bIns="60933" anchor="t" anchorCtr="0">
            <a:spAutoFit/>
          </a:bodyPr>
          <a:lstStyle/>
          <a:p>
            <a:pPr algn="ctr" defTabSz="1219170" eaLnBrk="1" fontAlgn="auto" hangingPunct="1">
              <a:lnSpc>
                <a:spcPct val="90000"/>
              </a:lnSpc>
              <a:spcBef>
                <a:spcPts val="0"/>
              </a:spcBef>
              <a:spcAft>
                <a:spcPts val="0"/>
              </a:spcAft>
              <a:buClr>
                <a:srgbClr val="1A9988"/>
              </a:buClr>
              <a:buSzPts val="3200"/>
            </a:pPr>
            <a:r>
              <a:rPr lang="en-US" sz="2400" b="1" kern="0" dirty="0">
                <a:solidFill>
                  <a:srgbClr val="1A1A1A"/>
                </a:solidFill>
                <a:ea typeface="Calibri" panose="020F0502020204030204" pitchFamily="34" charset="0"/>
                <a:cs typeface="Calibri" panose="020F0502020204030204" pitchFamily="34" charset="0"/>
                <a:sym typeface="Arial Black"/>
              </a:rPr>
              <a:t>UNIVERSITY INSTITUTE OF COMPUTING</a:t>
            </a:r>
            <a:endParaRPr lang="en-US" sz="2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3200"/>
            </a:pPr>
            <a:r>
              <a:rPr lang="en-US" sz="2400" b="1" kern="0" dirty="0">
                <a:solidFill>
                  <a:srgbClr val="1A1A1A"/>
                </a:solidFill>
                <a:ea typeface="Calibri" panose="020F0502020204030204" pitchFamily="34" charset="0"/>
                <a:cs typeface="Calibri" panose="020F0502020204030204" pitchFamily="34" charset="0"/>
                <a:sym typeface="Arial Black"/>
              </a:rPr>
              <a:t>MASTER OF COMPUTER APPLICATIONS</a:t>
            </a:r>
            <a:endParaRPr lang="en-US" sz="2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2800"/>
            </a:pPr>
            <a:r>
              <a:rPr lang="en-US" sz="2400" kern="0" dirty="0">
                <a:solidFill>
                  <a:srgbClr val="1A1A1A"/>
                </a:solidFill>
                <a:ea typeface="Calibri" panose="020F0502020204030204" pitchFamily="34" charset="0"/>
                <a:cs typeface="Calibri" panose="020F0502020204030204" pitchFamily="34" charset="0"/>
                <a:sym typeface="Times New Roman"/>
              </a:rPr>
              <a:t>DESIGN AND ANALYSIS OF ALGORITHMS</a:t>
            </a:r>
            <a:endParaRPr lang="en-US" sz="2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lnSpc>
                <a:spcPct val="90000"/>
              </a:lnSpc>
              <a:spcBef>
                <a:spcPts val="1493"/>
              </a:spcBef>
              <a:spcAft>
                <a:spcPts val="0"/>
              </a:spcAft>
              <a:buClr>
                <a:srgbClr val="1A9988"/>
              </a:buClr>
              <a:buSzPts val="2800"/>
            </a:pPr>
            <a:r>
              <a:rPr lang="en-US" sz="2400" kern="0" dirty="0">
                <a:solidFill>
                  <a:srgbClr val="1A1A1A"/>
                </a:solidFill>
                <a:ea typeface="Calibri" panose="020F0502020204030204" pitchFamily="34" charset="0"/>
                <a:cs typeface="Calibri" panose="020F0502020204030204" pitchFamily="34" charset="0"/>
                <a:sym typeface="Times New Roman"/>
              </a:rPr>
              <a:t>25 CAT 611</a:t>
            </a:r>
            <a:endParaRPr lang="en-US" sz="2400" kern="0" dirty="0">
              <a:solidFill>
                <a:srgbClr val="1A1A1A"/>
              </a:solidFill>
              <a:ea typeface="Calibri" panose="020F0502020204030204" pitchFamily="34" charset="0"/>
              <a:cs typeface="Calibri" panose="020F0502020204030204" pitchFamily="34" charset="0"/>
              <a:sym typeface="Arial"/>
            </a:endParaRPr>
          </a:p>
          <a:p>
            <a:pPr algn="ct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Unit No.  3                    Chapter No.  3.2.5                  </a:t>
            </a:r>
          </a:p>
          <a:p>
            <a:pP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Topic : Hamiltonian Cycle</a:t>
            </a:r>
          </a:p>
          <a:p>
            <a:pPr defTabSz="1219170" eaLnBrk="1" fontAlgn="auto" hangingPunct="1">
              <a:spcBef>
                <a:spcPts val="1493"/>
              </a:spcBef>
              <a:spcAft>
                <a:spcPts val="0"/>
              </a:spcAft>
              <a:buClr>
                <a:srgbClr val="000000"/>
              </a:buClr>
              <a:buSzPts val="3200"/>
            </a:pPr>
            <a:r>
              <a:rPr lang="en-US" sz="2400" b="1" kern="0" dirty="0">
                <a:solidFill>
                  <a:srgbClr val="000000"/>
                </a:solidFill>
                <a:ea typeface="Calibri" panose="020F0502020204030204" pitchFamily="34" charset="0"/>
                <a:cs typeface="Calibri" panose="020F0502020204030204" pitchFamily="34" charset="0"/>
                <a:sym typeface="Arial"/>
              </a:rPr>
              <a:t>Faculty Name and </a:t>
            </a:r>
            <a:r>
              <a:rPr lang="en-US" sz="2400" b="1" kern="0" dirty="0" err="1">
                <a:solidFill>
                  <a:srgbClr val="000000"/>
                </a:solidFill>
                <a:ea typeface="Calibri" panose="020F0502020204030204" pitchFamily="34" charset="0"/>
                <a:cs typeface="Calibri" panose="020F0502020204030204" pitchFamily="34" charset="0"/>
                <a:sym typeface="Arial"/>
              </a:rPr>
              <a:t>E_Code</a:t>
            </a:r>
            <a:r>
              <a:rPr lang="en-US" sz="2400" b="1" kern="0" dirty="0">
                <a:solidFill>
                  <a:srgbClr val="000000"/>
                </a:solidFill>
                <a:ea typeface="Calibri" panose="020F0502020204030204" pitchFamily="34" charset="0"/>
                <a:cs typeface="Calibri" panose="020F0502020204030204" pitchFamily="34" charset="0"/>
                <a:sym typeface="Arial"/>
              </a:rPr>
              <a:t>  Dr. Sameera(17674)                 Designation: Asst. Professor</a:t>
            </a:r>
            <a:endParaRPr lang="en-US" sz="2400" b="1" kern="0" dirty="0">
              <a:solidFill>
                <a:srgbClr val="1A1A1A"/>
              </a:solidFill>
              <a:latin typeface="Times New Roman"/>
              <a:ea typeface="Times New Roman"/>
              <a:cs typeface="Times New Roman"/>
              <a:sym typeface="Times New Roman"/>
            </a:endParaRPr>
          </a:p>
          <a:p>
            <a:pPr defTabSz="1219170" eaLnBrk="1" fontAlgn="auto" hangingPunct="1">
              <a:spcBef>
                <a:spcPts val="1493"/>
              </a:spcBef>
              <a:spcAft>
                <a:spcPts val="0"/>
              </a:spcAft>
              <a:buClr>
                <a:srgbClr val="000000"/>
              </a:buClr>
              <a:buSzPts val="3200"/>
            </a:pPr>
            <a:endParaRPr lang="en-US" sz="2400" b="1" kern="0" dirty="0">
              <a:solidFill>
                <a:srgbClr val="1A1A1A"/>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7046401" y="0"/>
            <a:ext cx="5145599" cy="789896"/>
          </a:xfrm>
          <a:prstGeom prst="rect">
            <a:avLst/>
          </a:prstGeom>
          <a:noFill/>
        </p:spPr>
        <p:txBody>
          <a:bodyPr wrap="square" rtlCol="0">
            <a:spAutoFit/>
          </a:bodyPr>
          <a:lstStyle/>
          <a:p>
            <a:pPr algn="r" defTabSz="1219170" eaLnBrk="1" fontAlgn="auto" hangingPunct="1">
              <a:spcBef>
                <a:spcPts val="0"/>
              </a:spcBef>
              <a:spcAft>
                <a:spcPts val="0"/>
              </a:spcAft>
              <a:buClr>
                <a:srgbClr val="000000"/>
              </a:buClr>
            </a:pPr>
            <a:r>
              <a:rPr lang="en-IN" sz="2400" b="1" kern="0" dirty="0">
                <a:solidFill>
                  <a:srgbClr val="FFFFFF">
                    <a:lumMod val="65000"/>
                  </a:srgbClr>
                </a:solidFill>
                <a:ea typeface="Calibri" panose="020F0502020204030204" pitchFamily="34" charset="0"/>
                <a:cs typeface="Calibri" panose="020F0502020204030204" pitchFamily="34" charset="0"/>
                <a:sym typeface="Arial"/>
              </a:rPr>
              <a:t>Academic Session 2025-26 </a:t>
            </a:r>
          </a:p>
          <a:p>
            <a:pPr algn="r" defTabSz="1219170" eaLnBrk="1" fontAlgn="auto" hangingPunct="1">
              <a:spcBef>
                <a:spcPts val="0"/>
              </a:spcBef>
              <a:spcAft>
                <a:spcPts val="0"/>
              </a:spcAft>
              <a:buClr>
                <a:srgbClr val="000000"/>
              </a:buClr>
            </a:pPr>
            <a:r>
              <a:rPr lang="en-IN" sz="2133" b="1" kern="0" dirty="0">
                <a:solidFill>
                  <a:srgbClr val="000000"/>
                </a:solidFill>
                <a:ea typeface="Calibri" panose="020F0502020204030204" pitchFamily="34" charset="0"/>
                <a:cs typeface="Calibri" panose="020F0502020204030204" pitchFamily="34" charset="0"/>
                <a:sym typeface="Arial"/>
              </a:rPr>
              <a:t>ODD Semester Jul-Dec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3</a:t>
            </a:fld>
            <a:endParaRPr lang="en-IN" altLang="en-US"/>
          </a:p>
        </p:txBody>
      </p:sp>
      <p:sp>
        <p:nvSpPr>
          <p:cNvPr id="2" name="Title 1"/>
          <p:cNvSpPr>
            <a:spLocks noGrp="1"/>
          </p:cNvSpPr>
          <p:nvPr>
            <p:ph type="title" idx="4294967295"/>
          </p:nvPr>
        </p:nvSpPr>
        <p:spPr>
          <a:xfrm>
            <a:off x="820271" y="198438"/>
            <a:ext cx="7698254" cy="904875"/>
          </a:xfrm>
          <a:ln>
            <a:solidFill>
              <a:schemeClr val="tx1"/>
            </a:solidFill>
          </a:ln>
        </p:spPr>
        <p:txBody>
          <a:bodyPr/>
          <a:lstStyle/>
          <a:p>
            <a:r>
              <a:rPr lang="en-US" sz="4400" dirty="0"/>
              <a:t>Hamiltonian Cycle</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833718" y="1311275"/>
            <a:ext cx="10018058" cy="2214965"/>
          </a:xfrm>
          <a:prstGeom prst="rect">
            <a:avLst/>
          </a:prstGeom>
          <a:noFill/>
          <a:ln>
            <a:solidFill>
              <a:schemeClr val="tx1"/>
            </a:solidFill>
          </a:ln>
        </p:spPr>
        <p:txBody>
          <a:bodyPr wrap="square" rtlCol="0">
            <a:spAutoFit/>
          </a:bodyPr>
          <a:lstStyle/>
          <a:p>
            <a:r>
              <a:rPr lang="en-US" sz="2400" dirty="0"/>
              <a:t>In an undirected graph, the Hamiltonian path is a path, that visits each vertex exactly once, and the Hamiltonian cycle or circuit is a Hamiltonian path, that there is an edge from the last vertex to the first vertex.</a:t>
            </a:r>
          </a:p>
          <a:p>
            <a:r>
              <a:rPr lang="en-US" sz="2400" dirty="0"/>
              <a:t>In this problem, we will try to determine whether a graph contains a Hamiltonian cycle or not. And when a Hamiltonian cycle is present, also print the cycle.</a:t>
            </a:r>
          </a:p>
        </p:txBody>
      </p:sp>
      <p:sp>
        <p:nvSpPr>
          <p:cNvPr id="3" name="TextBox 2">
            <a:extLst>
              <a:ext uri="{FF2B5EF4-FFF2-40B4-BE49-F238E27FC236}">
                <a16:creationId xmlns:a16="http://schemas.microsoft.com/office/drawing/2014/main" id="{2F1827B5-58B5-3DBD-FC5A-5B97CD0085A6}"/>
              </a:ext>
            </a:extLst>
          </p:cNvPr>
          <p:cNvSpPr txBox="1"/>
          <p:nvPr/>
        </p:nvSpPr>
        <p:spPr>
          <a:xfrm>
            <a:off x="9401175" y="198438"/>
            <a:ext cx="2676525"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51075103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4</a:t>
            </a:fld>
            <a:endParaRPr lang="en-IN" altLang="en-US"/>
          </a:p>
        </p:txBody>
      </p:sp>
      <p:sp>
        <p:nvSpPr>
          <p:cNvPr id="2" name="Title 1"/>
          <p:cNvSpPr>
            <a:spLocks noGrp="1"/>
          </p:cNvSpPr>
          <p:nvPr>
            <p:ph type="title" idx="4294967295"/>
          </p:nvPr>
        </p:nvSpPr>
        <p:spPr>
          <a:xfrm>
            <a:off x="954741" y="198438"/>
            <a:ext cx="7563784" cy="904875"/>
          </a:xfrm>
          <a:ln>
            <a:solidFill>
              <a:schemeClr val="tx1"/>
            </a:solidFill>
          </a:ln>
        </p:spPr>
        <p:txBody>
          <a:bodyPr/>
          <a:lstStyle/>
          <a:p>
            <a:r>
              <a:rPr lang="en-US" sz="4400" dirty="0"/>
              <a:t>Hamiltonian Cycle</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0" y="1311275"/>
            <a:ext cx="10515600" cy="4774640"/>
          </a:xfrm>
          <a:prstGeom prst="rect">
            <a:avLst/>
          </a:prstGeom>
          <a:noFill/>
          <a:ln>
            <a:solidFill>
              <a:schemeClr val="tx1"/>
            </a:solidFill>
          </a:ln>
        </p:spPr>
        <p:txBody>
          <a:bodyPr wrap="square" rtlCol="0">
            <a:spAutoFit/>
          </a:bodyPr>
          <a:lstStyle/>
          <a:p>
            <a:r>
              <a:rPr lang="en-US" sz="2400" dirty="0"/>
              <a:t>Input: The adjacency matrix of a graph G(V, E). </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Output: The algorithm finds the Hamiltonian path of the given graph. For this case it is (0, 1, 2, 4, 3, 0). This graph has some other Hamiltonian paths. If one graph has no Hamiltonian path, the algorithm should return false.</a:t>
            </a:r>
          </a:p>
        </p:txBody>
      </p:sp>
      <p:pic>
        <p:nvPicPr>
          <p:cNvPr id="1024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414" y="1950880"/>
            <a:ext cx="8921784" cy="2775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41260DB2-1CCF-BA76-8E1E-F90669F21885}"/>
              </a:ext>
            </a:extLst>
          </p:cNvPr>
          <p:cNvSpPr txBox="1"/>
          <p:nvPr/>
        </p:nvSpPr>
        <p:spPr>
          <a:xfrm>
            <a:off x="9458325" y="85725"/>
            <a:ext cx="2647950" cy="955109"/>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69001593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5</a:t>
            </a:fld>
            <a:endParaRPr lang="en-IN" altLang="en-US"/>
          </a:p>
        </p:txBody>
      </p:sp>
      <p:sp>
        <p:nvSpPr>
          <p:cNvPr id="2" name="Title 1"/>
          <p:cNvSpPr>
            <a:spLocks noGrp="1"/>
          </p:cNvSpPr>
          <p:nvPr>
            <p:ph type="title" idx="4294967295"/>
          </p:nvPr>
        </p:nvSpPr>
        <p:spPr>
          <a:xfrm>
            <a:off x="753035" y="198438"/>
            <a:ext cx="7765490" cy="904875"/>
          </a:xfrm>
          <a:ln>
            <a:solidFill>
              <a:schemeClr val="tx1"/>
            </a:solidFill>
          </a:ln>
        </p:spPr>
        <p:txBody>
          <a:bodyPr/>
          <a:lstStyle/>
          <a:p>
            <a:r>
              <a:rPr lang="en-IN" sz="4400" b="1" dirty="0">
                <a:solidFill>
                  <a:schemeClr val="tx1"/>
                </a:solidFill>
                <a:latin typeface="Times New Roman" pitchFamily="18" charset="0"/>
                <a:cs typeface="Times New Roman" pitchFamily="18" charset="0"/>
              </a:rPr>
              <a:t>Algorithm</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295834" y="1311275"/>
            <a:ext cx="10219765" cy="5031121"/>
          </a:xfrm>
          <a:prstGeom prst="rect">
            <a:avLst/>
          </a:prstGeom>
          <a:noFill/>
          <a:ln>
            <a:solidFill>
              <a:schemeClr val="tx1"/>
            </a:solidFill>
          </a:ln>
        </p:spPr>
        <p:txBody>
          <a:bodyPr wrap="square" rtlCol="0">
            <a:spAutoFit/>
          </a:bodyPr>
          <a:lstStyle/>
          <a:p>
            <a:r>
              <a:rPr lang="en-US" sz="2400" b="1" dirty="0"/>
              <a:t>Algorithm</a:t>
            </a:r>
          </a:p>
          <a:p>
            <a:r>
              <a:rPr lang="en-US" sz="2400" b="1" dirty="0" err="1"/>
              <a:t>isValid</a:t>
            </a:r>
            <a:r>
              <a:rPr lang="en-US" sz="2400" b="1" dirty="0"/>
              <a:t>(v, k)</a:t>
            </a:r>
            <a:endParaRPr lang="en-US" sz="2400" dirty="0"/>
          </a:p>
          <a:p>
            <a:r>
              <a:rPr lang="en-US" sz="2400" b="1" dirty="0"/>
              <a:t>Input − </a:t>
            </a:r>
            <a:r>
              <a:rPr lang="en-US" sz="2400" dirty="0"/>
              <a:t>Vertex v and position k.</a:t>
            </a:r>
          </a:p>
          <a:p>
            <a:r>
              <a:rPr lang="en-US" sz="2400" b="1" dirty="0"/>
              <a:t>Output −</a:t>
            </a:r>
            <a:r>
              <a:rPr lang="en-US" sz="2400" dirty="0"/>
              <a:t> Checks whether placing v in the position k is valid or not.</a:t>
            </a:r>
          </a:p>
          <a:p>
            <a:r>
              <a:rPr lang="en-US" sz="2400" dirty="0"/>
              <a:t>Begin    </a:t>
            </a:r>
          </a:p>
          <a:p>
            <a:r>
              <a:rPr lang="en-US" sz="2400" dirty="0"/>
              <a:t>if there is no edge between node(k-1) to v, then</a:t>
            </a:r>
          </a:p>
          <a:p>
            <a:r>
              <a:rPr lang="en-US" sz="2400" dirty="0"/>
              <a:t>       	return false    </a:t>
            </a:r>
          </a:p>
          <a:p>
            <a:r>
              <a:rPr lang="en-US" sz="2400" dirty="0"/>
              <a:t>if v is already taken, then       </a:t>
            </a:r>
          </a:p>
          <a:p>
            <a:r>
              <a:rPr lang="en-US" sz="2400" dirty="0"/>
              <a:t>	return false    </a:t>
            </a:r>
          </a:p>
          <a:p>
            <a:r>
              <a:rPr lang="en-US" sz="2400" dirty="0"/>
              <a:t>return true; //otherwise it is valid </a:t>
            </a:r>
          </a:p>
          <a:p>
            <a:r>
              <a:rPr lang="en-US" sz="2400" dirty="0"/>
              <a:t>End</a:t>
            </a:r>
            <a:endParaRPr lang="en-US" sz="2400" dirty="0">
              <a:latin typeface="Times New Roman" pitchFamily="18" charset="0"/>
              <a:cs typeface="Times New Roman" pitchFamily="18" charset="0"/>
            </a:endParaRPr>
          </a:p>
        </p:txBody>
      </p:sp>
      <p:sp>
        <p:nvSpPr>
          <p:cNvPr id="7" name="TextBox 6">
            <a:extLst>
              <a:ext uri="{FF2B5EF4-FFF2-40B4-BE49-F238E27FC236}">
                <a16:creationId xmlns:a16="http://schemas.microsoft.com/office/drawing/2014/main" id="{37F2BE78-FF0B-7AE5-F378-DB6D097E1860}"/>
              </a:ext>
            </a:extLst>
          </p:cNvPr>
          <p:cNvSpPr txBox="1"/>
          <p:nvPr/>
        </p:nvSpPr>
        <p:spPr>
          <a:xfrm>
            <a:off x="9305925" y="198438"/>
            <a:ext cx="2743200"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49175053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6</a:t>
            </a:fld>
            <a:endParaRPr lang="en-IN" altLang="en-US"/>
          </a:p>
        </p:txBody>
      </p:sp>
      <p:sp>
        <p:nvSpPr>
          <p:cNvPr id="2" name="Title 1"/>
          <p:cNvSpPr>
            <a:spLocks noGrp="1"/>
          </p:cNvSpPr>
          <p:nvPr>
            <p:ph type="title" idx="4294967295"/>
          </p:nvPr>
        </p:nvSpPr>
        <p:spPr>
          <a:xfrm>
            <a:off x="779928" y="198438"/>
            <a:ext cx="6890871" cy="665162"/>
          </a:xfrm>
          <a:ln>
            <a:solidFill>
              <a:schemeClr val="tx1"/>
            </a:solidFill>
          </a:ln>
        </p:spPr>
        <p:txBody>
          <a:bodyPr>
            <a:normAutofit fontScale="90000"/>
          </a:bodyPr>
          <a:lstStyle/>
          <a:p>
            <a:r>
              <a:rPr lang="en-IN" sz="4400" b="1" dirty="0">
                <a:solidFill>
                  <a:schemeClr val="tx1"/>
                </a:solidFill>
                <a:latin typeface="Times New Roman" pitchFamily="18" charset="0"/>
                <a:cs typeface="Times New Roman" pitchFamily="18" charset="0"/>
              </a:rPr>
              <a:t>Algorithm</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282388" y="1169894"/>
            <a:ext cx="9985562" cy="5675913"/>
          </a:xfrm>
          <a:prstGeom prst="rect">
            <a:avLst/>
          </a:prstGeom>
          <a:noFill/>
          <a:ln>
            <a:solidFill>
              <a:schemeClr val="tx1"/>
            </a:solidFill>
          </a:ln>
        </p:spPr>
        <p:txBody>
          <a:bodyPr wrap="square" rtlCol="0">
            <a:spAutoFit/>
          </a:bodyPr>
          <a:lstStyle/>
          <a:p>
            <a:pPr>
              <a:buNone/>
            </a:pPr>
            <a:r>
              <a:rPr lang="en-US" sz="1500" b="1" dirty="0" err="1"/>
              <a:t>cycleFound</a:t>
            </a:r>
            <a:r>
              <a:rPr lang="en-US" sz="1500" b="1" dirty="0"/>
              <a:t>(node k)</a:t>
            </a:r>
            <a:endParaRPr lang="en-US" sz="1500" dirty="0"/>
          </a:p>
          <a:p>
            <a:r>
              <a:rPr lang="en-US" sz="1500" b="1" dirty="0"/>
              <a:t>Input −</a:t>
            </a:r>
            <a:r>
              <a:rPr lang="en-US" sz="1500" dirty="0"/>
              <a:t> node of the graph.</a:t>
            </a:r>
          </a:p>
          <a:p>
            <a:r>
              <a:rPr lang="en-US" sz="1500" b="1" dirty="0"/>
              <a:t>Output −</a:t>
            </a:r>
            <a:r>
              <a:rPr lang="en-US" sz="1500" dirty="0"/>
              <a:t> True when there is a Hamiltonian Cycle, otherwise false.</a:t>
            </a:r>
          </a:p>
          <a:p>
            <a:r>
              <a:rPr lang="en-US" sz="1500" dirty="0"/>
              <a:t>Begin   </a:t>
            </a:r>
          </a:p>
          <a:p>
            <a:r>
              <a:rPr lang="en-US" sz="1500" dirty="0"/>
              <a:t> if all nodes are included, then  </a:t>
            </a:r>
          </a:p>
          <a:p>
            <a:r>
              <a:rPr lang="en-US" sz="1500" dirty="0"/>
              <a:t>     if there is an edge between nodes k and 0, then </a:t>
            </a:r>
          </a:p>
          <a:p>
            <a:r>
              <a:rPr lang="en-US" sz="1500" dirty="0"/>
              <a:t>         return true      </a:t>
            </a:r>
          </a:p>
          <a:p>
            <a:r>
              <a:rPr lang="en-US" sz="1500" dirty="0"/>
              <a:t> else          </a:t>
            </a:r>
          </a:p>
          <a:p>
            <a:r>
              <a:rPr lang="en-US" sz="1500" dirty="0"/>
              <a:t>	return false;    for all vertex v except starting point, do </a:t>
            </a:r>
          </a:p>
          <a:p>
            <a:r>
              <a:rPr lang="en-US" sz="1500" dirty="0"/>
              <a:t>      if </a:t>
            </a:r>
            <a:r>
              <a:rPr lang="en-US" sz="1500" dirty="0" err="1"/>
              <a:t>isValid</a:t>
            </a:r>
            <a:r>
              <a:rPr lang="en-US" sz="1500" dirty="0"/>
              <a:t>(v, k), then //when v is a valid edge   </a:t>
            </a:r>
          </a:p>
          <a:p>
            <a:r>
              <a:rPr lang="en-US" sz="1500" dirty="0"/>
              <a:t>       add v into the path          </a:t>
            </a:r>
          </a:p>
          <a:p>
            <a:r>
              <a:rPr lang="en-US" sz="1500" dirty="0"/>
              <a:t>	if </a:t>
            </a:r>
            <a:r>
              <a:rPr lang="en-US" sz="1500" dirty="0" err="1"/>
              <a:t>cycleFound</a:t>
            </a:r>
            <a:r>
              <a:rPr lang="en-US" sz="1500" dirty="0"/>
              <a:t>(k+1) is true, then     </a:t>
            </a:r>
          </a:p>
          <a:p>
            <a:r>
              <a:rPr lang="en-US" sz="1500" dirty="0"/>
              <a:t>        return true   </a:t>
            </a:r>
          </a:p>
          <a:p>
            <a:r>
              <a:rPr lang="en-US" sz="1500" dirty="0"/>
              <a:t>       otherwise remove v from the path    </a:t>
            </a:r>
          </a:p>
          <a:p>
            <a:r>
              <a:rPr lang="en-US" sz="1500" dirty="0"/>
              <a:t>done </a:t>
            </a:r>
          </a:p>
          <a:p>
            <a:r>
              <a:rPr lang="en-US" sz="1500" dirty="0"/>
              <a:t>   return false</a:t>
            </a:r>
          </a:p>
          <a:p>
            <a:r>
              <a:rPr lang="en-US" sz="1500" dirty="0"/>
              <a:t> End</a:t>
            </a:r>
          </a:p>
        </p:txBody>
      </p:sp>
      <p:sp>
        <p:nvSpPr>
          <p:cNvPr id="3" name="TextBox 2">
            <a:extLst>
              <a:ext uri="{FF2B5EF4-FFF2-40B4-BE49-F238E27FC236}">
                <a16:creationId xmlns:a16="http://schemas.microsoft.com/office/drawing/2014/main" id="{6540F944-0334-7F0B-9954-670996BF985D}"/>
              </a:ext>
            </a:extLst>
          </p:cNvPr>
          <p:cNvSpPr txBox="1"/>
          <p:nvPr/>
        </p:nvSpPr>
        <p:spPr>
          <a:xfrm>
            <a:off x="9334500" y="104775"/>
            <a:ext cx="2743200" cy="1065119"/>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253354136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7</a:t>
            </a:fld>
            <a:endParaRPr lang="en-IN" altLang="en-US"/>
          </a:p>
        </p:txBody>
      </p:sp>
      <p:sp>
        <p:nvSpPr>
          <p:cNvPr id="2" name="Title 1"/>
          <p:cNvSpPr>
            <a:spLocks noGrp="1"/>
          </p:cNvSpPr>
          <p:nvPr>
            <p:ph type="title" idx="4294967295"/>
          </p:nvPr>
        </p:nvSpPr>
        <p:spPr>
          <a:xfrm>
            <a:off x="820271" y="198438"/>
            <a:ext cx="6918792" cy="665162"/>
          </a:xfrm>
          <a:ln>
            <a:solidFill>
              <a:schemeClr val="tx1"/>
            </a:solidFill>
          </a:ln>
        </p:spPr>
        <p:txBody>
          <a:bodyPr>
            <a:normAutofit fontScale="90000"/>
          </a:bodyPr>
          <a:lstStyle/>
          <a:p>
            <a:r>
              <a:rPr lang="en-IN" sz="4400" b="1" dirty="0">
                <a:solidFill>
                  <a:schemeClr val="tx1"/>
                </a:solidFill>
                <a:latin typeface="Times New Roman" pitchFamily="18" charset="0"/>
                <a:cs typeface="Times New Roman" pitchFamily="18" charset="0"/>
              </a:rPr>
              <a:t>Example </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820270" y="925513"/>
            <a:ext cx="9334967" cy="5508625"/>
          </a:xfrm>
          <a:prstGeom prst="rect">
            <a:avLst/>
          </a:prstGeom>
          <a:noFill/>
          <a:ln>
            <a:solidFill>
              <a:schemeClr val="tx1"/>
            </a:solidFill>
          </a:ln>
        </p:spPr>
        <p:txBody>
          <a:bodyPr wrap="square" rtlCol="0">
            <a:spAutoFit/>
          </a:bodyPr>
          <a:lstStyle/>
          <a:p>
            <a:r>
              <a:rPr lang="en-IN" sz="2000" dirty="0"/>
              <a:t>#include&lt;</a:t>
            </a:r>
            <a:r>
              <a:rPr lang="en-IN" sz="2000" dirty="0" err="1"/>
              <a:t>iostream</a:t>
            </a:r>
            <a:r>
              <a:rPr lang="en-IN" sz="2000" dirty="0"/>
              <a:t>&gt; </a:t>
            </a:r>
          </a:p>
          <a:p>
            <a:r>
              <a:rPr lang="en-IN" sz="2000" dirty="0"/>
              <a:t>#define NODE 5 using namespace </a:t>
            </a:r>
            <a:r>
              <a:rPr lang="en-IN" sz="2000" dirty="0" err="1"/>
              <a:t>std</a:t>
            </a:r>
            <a:r>
              <a:rPr lang="en-IN" sz="2000" dirty="0"/>
              <a:t>;</a:t>
            </a:r>
          </a:p>
          <a:p>
            <a:r>
              <a:rPr lang="en-IN" sz="2000" dirty="0"/>
              <a:t> </a:t>
            </a:r>
            <a:r>
              <a:rPr lang="en-IN" sz="2000" dirty="0" err="1"/>
              <a:t>int</a:t>
            </a:r>
            <a:r>
              <a:rPr lang="en-IN" sz="2000" dirty="0"/>
              <a:t> graph[NODE][NODE] = {    {0, 1, 0, 1, 0},   </a:t>
            </a:r>
          </a:p>
          <a:p>
            <a:r>
              <a:rPr lang="en-IN" sz="2000" dirty="0"/>
              <a:t>				      {1, 0, 1, 1, 1},   </a:t>
            </a:r>
          </a:p>
          <a:p>
            <a:r>
              <a:rPr lang="en-IN" sz="2000" dirty="0"/>
              <a:t>				      {0, 1, 0, 0, 1}, </a:t>
            </a:r>
          </a:p>
          <a:p>
            <a:r>
              <a:rPr lang="en-IN" sz="2000" dirty="0"/>
              <a:t>                                                  {1, 1, 0, 0, 1},    </a:t>
            </a:r>
          </a:p>
          <a:p>
            <a:r>
              <a:rPr lang="en-IN" sz="2000" dirty="0"/>
              <a:t>                                                  {0, 1, 1, 1, 0}, };    </a:t>
            </a:r>
          </a:p>
          <a:p>
            <a:r>
              <a:rPr lang="en-IN" sz="2000" dirty="0"/>
              <a:t> /* </a:t>
            </a:r>
            <a:r>
              <a:rPr lang="en-IN" sz="2000" dirty="0" err="1"/>
              <a:t>int</a:t>
            </a:r>
            <a:r>
              <a:rPr lang="en-IN" sz="2000" dirty="0"/>
              <a:t> graph[NODE][NODE] = {    </a:t>
            </a:r>
          </a:p>
          <a:p>
            <a:r>
              <a:rPr lang="en-IN" sz="2000" dirty="0"/>
              <a:t>			   {0, 1, 0, 1, 0},   </a:t>
            </a:r>
          </a:p>
          <a:p>
            <a:r>
              <a:rPr lang="en-IN" sz="2000" dirty="0"/>
              <a:t>			   {1, 0, 1, 1, 1},  </a:t>
            </a:r>
          </a:p>
          <a:p>
            <a:r>
              <a:rPr lang="en-IN" sz="2000" dirty="0"/>
              <a:t>			   {0, 1, 0, 0, 1},</a:t>
            </a:r>
          </a:p>
          <a:p>
            <a:r>
              <a:rPr lang="en-IN" sz="2000" dirty="0"/>
              <a:t>			    {1, 1, 0, 0, 0},</a:t>
            </a:r>
          </a:p>
          <a:p>
            <a:r>
              <a:rPr lang="en-IN" sz="2000" dirty="0"/>
              <a:t>			    {0, 1, 1, 0, 0}, }; */ </a:t>
            </a:r>
            <a:br>
              <a:rPr lang="en-IN" sz="2000" dirty="0"/>
            </a:br>
            <a:endParaRPr lang="en-US" sz="2000" dirty="0"/>
          </a:p>
        </p:txBody>
      </p:sp>
      <p:sp>
        <p:nvSpPr>
          <p:cNvPr id="3" name="TextBox 2">
            <a:extLst>
              <a:ext uri="{FF2B5EF4-FFF2-40B4-BE49-F238E27FC236}">
                <a16:creationId xmlns:a16="http://schemas.microsoft.com/office/drawing/2014/main" id="{41A5C998-F293-CB42-38FE-DDDF57E96C68}"/>
              </a:ext>
            </a:extLst>
          </p:cNvPr>
          <p:cNvSpPr txBox="1"/>
          <p:nvPr/>
        </p:nvSpPr>
        <p:spPr>
          <a:xfrm>
            <a:off x="9382125" y="198438"/>
            <a:ext cx="2743200" cy="858837"/>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50811473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8</a:t>
            </a:fld>
            <a:endParaRPr lang="en-IN" altLang="en-US"/>
          </a:p>
        </p:txBody>
      </p:sp>
      <p:sp>
        <p:nvSpPr>
          <p:cNvPr id="2" name="Title 1"/>
          <p:cNvSpPr>
            <a:spLocks noGrp="1"/>
          </p:cNvSpPr>
          <p:nvPr>
            <p:ph type="title" idx="4294967295"/>
          </p:nvPr>
        </p:nvSpPr>
        <p:spPr>
          <a:xfrm>
            <a:off x="779929" y="198438"/>
            <a:ext cx="7738596" cy="904875"/>
          </a:xfrm>
          <a:ln>
            <a:solidFill>
              <a:schemeClr val="tx1"/>
            </a:solidFill>
          </a:ln>
        </p:spPr>
        <p:txBody>
          <a:bodyPr/>
          <a:lstStyle/>
          <a:p>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632012" y="1311275"/>
            <a:ext cx="9883588" cy="5491760"/>
          </a:xfrm>
          <a:prstGeom prst="rect">
            <a:avLst/>
          </a:prstGeom>
          <a:noFill/>
          <a:ln>
            <a:solidFill>
              <a:schemeClr val="tx1"/>
            </a:solidFill>
          </a:ln>
        </p:spPr>
        <p:txBody>
          <a:bodyPr wrap="square" rtlCol="0">
            <a:spAutoFit/>
          </a:bodyPr>
          <a:lstStyle/>
          <a:p>
            <a:pPr algn="l">
              <a:buNone/>
            </a:pPr>
            <a:r>
              <a:rPr lang="en-IN" sz="2400" dirty="0" err="1"/>
              <a:t>int</a:t>
            </a:r>
            <a:r>
              <a:rPr lang="en-IN" sz="2400" dirty="0"/>
              <a:t> path[NODE]; </a:t>
            </a:r>
          </a:p>
          <a:p>
            <a:pPr algn="l">
              <a:buNone/>
            </a:pPr>
            <a:r>
              <a:rPr lang="en-IN" sz="2400" dirty="0"/>
              <a:t>void </a:t>
            </a:r>
            <a:r>
              <a:rPr lang="en-IN" sz="2400" dirty="0" err="1"/>
              <a:t>displayCycle</a:t>
            </a:r>
            <a:r>
              <a:rPr lang="en-IN" sz="2400" dirty="0"/>
              <a:t>() </a:t>
            </a:r>
          </a:p>
          <a:p>
            <a:pPr algn="l">
              <a:buNone/>
            </a:pPr>
            <a:r>
              <a:rPr lang="en-IN" sz="2400" dirty="0"/>
              <a:t>{    </a:t>
            </a:r>
          </a:p>
          <a:p>
            <a:pPr algn="l">
              <a:buNone/>
            </a:pPr>
            <a:r>
              <a:rPr lang="en-IN" sz="2400" dirty="0" err="1"/>
              <a:t>cout</a:t>
            </a:r>
            <a:r>
              <a:rPr lang="en-IN" sz="2400" dirty="0"/>
              <a:t>&lt;&lt;"Cycle: ";  </a:t>
            </a:r>
          </a:p>
          <a:p>
            <a:pPr algn="l">
              <a:buNone/>
            </a:pPr>
            <a:r>
              <a:rPr lang="en-IN" sz="2400" dirty="0"/>
              <a:t>  for (</a:t>
            </a:r>
            <a:r>
              <a:rPr lang="en-IN" sz="2400" dirty="0" err="1"/>
              <a:t>int</a:t>
            </a:r>
            <a:r>
              <a:rPr lang="en-IN" sz="2400" dirty="0"/>
              <a:t> i = 0; i &lt; NODE; i++) </a:t>
            </a:r>
          </a:p>
          <a:p>
            <a:pPr algn="l">
              <a:buNone/>
            </a:pPr>
            <a:r>
              <a:rPr lang="en-IN" sz="2400" dirty="0"/>
              <a:t>      </a:t>
            </a:r>
            <a:r>
              <a:rPr lang="en-IN" sz="2400" dirty="0" err="1"/>
              <a:t>cout</a:t>
            </a:r>
            <a:r>
              <a:rPr lang="en-IN" sz="2400" dirty="0"/>
              <a:t> &lt;&lt; path[i] &lt;&lt; " ";</a:t>
            </a:r>
          </a:p>
          <a:p>
            <a:pPr algn="l">
              <a:buNone/>
            </a:pPr>
            <a:r>
              <a:rPr lang="en-IN" sz="2400" dirty="0"/>
              <a:t>    </a:t>
            </a:r>
            <a:r>
              <a:rPr lang="en-IN" sz="2400" dirty="0" err="1"/>
              <a:t>cout</a:t>
            </a:r>
            <a:r>
              <a:rPr lang="en-IN" sz="2400" dirty="0"/>
              <a:t> &lt;&lt; path[0] &lt;&lt; </a:t>
            </a:r>
            <a:r>
              <a:rPr lang="en-IN" sz="2400" dirty="0" err="1"/>
              <a:t>endl</a:t>
            </a:r>
            <a:r>
              <a:rPr lang="en-IN" sz="2400" dirty="0"/>
              <a:t>;      //print the first vertex again </a:t>
            </a:r>
          </a:p>
          <a:p>
            <a:pPr algn="l">
              <a:buNone/>
            </a:pPr>
            <a:r>
              <a:rPr lang="en-IN" sz="2400" dirty="0"/>
              <a:t>} </a:t>
            </a:r>
          </a:p>
          <a:p>
            <a:pPr algn="l">
              <a:buNone/>
            </a:pPr>
            <a:r>
              <a:rPr lang="en-IN" sz="2400" dirty="0"/>
              <a:t>bool </a:t>
            </a:r>
            <a:r>
              <a:rPr lang="en-IN" sz="2400" dirty="0" err="1"/>
              <a:t>isValid</a:t>
            </a:r>
            <a:r>
              <a:rPr lang="en-IN" sz="2400" dirty="0"/>
              <a:t>(</a:t>
            </a:r>
            <a:r>
              <a:rPr lang="en-IN" sz="2400" dirty="0" err="1"/>
              <a:t>int</a:t>
            </a:r>
            <a:r>
              <a:rPr lang="en-IN" sz="2400" dirty="0"/>
              <a:t> v, </a:t>
            </a:r>
            <a:r>
              <a:rPr lang="en-IN" sz="2400" dirty="0" err="1"/>
              <a:t>int</a:t>
            </a:r>
            <a:r>
              <a:rPr lang="en-IN" sz="2400" dirty="0"/>
              <a:t> k) </a:t>
            </a:r>
          </a:p>
          <a:p>
            <a:pPr algn="l">
              <a:buNone/>
            </a:pPr>
            <a:r>
              <a:rPr lang="en-IN" sz="2400" dirty="0"/>
              <a:t>{    </a:t>
            </a:r>
          </a:p>
          <a:p>
            <a:pPr algn="l">
              <a:buNone/>
            </a:pPr>
            <a:r>
              <a:rPr lang="en-IN" sz="2400" dirty="0"/>
              <a:t>if (graph [path[k-1]][v] == 0)   //if there is no edge     </a:t>
            </a:r>
          </a:p>
          <a:p>
            <a:pPr algn="l">
              <a:buNone/>
            </a:pPr>
            <a:r>
              <a:rPr lang="en-IN" sz="2400" dirty="0"/>
              <a:t>  return false;</a:t>
            </a:r>
            <a:endParaRPr lang="en-US" sz="24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72643A94-166C-8226-1113-1BF1DFE2D08C}"/>
              </a:ext>
            </a:extLst>
          </p:cNvPr>
          <p:cNvSpPr txBox="1"/>
          <p:nvPr/>
        </p:nvSpPr>
        <p:spPr>
          <a:xfrm>
            <a:off x="9353550" y="104775"/>
            <a:ext cx="2743200"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80061553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9</a:t>
            </a:fld>
            <a:endParaRPr lang="en-IN" altLang="en-US"/>
          </a:p>
        </p:txBody>
      </p:sp>
      <p:sp>
        <p:nvSpPr>
          <p:cNvPr id="2" name="Title 1"/>
          <p:cNvSpPr>
            <a:spLocks noGrp="1"/>
          </p:cNvSpPr>
          <p:nvPr>
            <p:ph type="title" idx="4294967295"/>
          </p:nvPr>
        </p:nvSpPr>
        <p:spPr>
          <a:xfrm>
            <a:off x="793376" y="198438"/>
            <a:ext cx="7725149" cy="904875"/>
          </a:xfrm>
          <a:ln>
            <a:solidFill>
              <a:schemeClr val="tx1"/>
            </a:solidFill>
          </a:ln>
        </p:spPr>
        <p:txBody>
          <a:bodyPr/>
          <a:lstStyle/>
          <a:p>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484094" y="1311275"/>
            <a:ext cx="10031506" cy="4826962"/>
          </a:xfrm>
          <a:prstGeom prst="rect">
            <a:avLst/>
          </a:prstGeom>
          <a:noFill/>
          <a:ln>
            <a:solidFill>
              <a:schemeClr val="tx1"/>
            </a:solidFill>
          </a:ln>
        </p:spPr>
        <p:txBody>
          <a:bodyPr wrap="square" rtlCol="0">
            <a:spAutoFit/>
          </a:bodyPr>
          <a:lstStyle/>
          <a:p>
            <a:pPr algn="l">
              <a:buNone/>
            </a:pPr>
            <a:r>
              <a:rPr lang="en-US" sz="2000" dirty="0"/>
              <a:t>for (</a:t>
            </a:r>
            <a:r>
              <a:rPr lang="en-US" sz="2000" dirty="0" err="1"/>
              <a:t>int</a:t>
            </a:r>
            <a:r>
              <a:rPr lang="en-US" sz="2000" dirty="0"/>
              <a:t> i = 0; i &lt; k; i++)   //if vertex is already taken, skip that     </a:t>
            </a:r>
          </a:p>
          <a:p>
            <a:pPr algn="l">
              <a:buNone/>
            </a:pPr>
            <a:r>
              <a:rPr lang="en-US" sz="2000" dirty="0"/>
              <a:t>  if (path[i] == v)          </a:t>
            </a:r>
          </a:p>
          <a:p>
            <a:pPr algn="l">
              <a:buNone/>
            </a:pPr>
            <a:r>
              <a:rPr lang="en-US" sz="2000" dirty="0"/>
              <a:t>return false;    </a:t>
            </a:r>
          </a:p>
          <a:p>
            <a:pPr algn="l">
              <a:buNone/>
            </a:pPr>
            <a:r>
              <a:rPr lang="en-US" sz="2000" dirty="0"/>
              <a:t>return true; </a:t>
            </a:r>
          </a:p>
          <a:p>
            <a:pPr algn="l">
              <a:buNone/>
            </a:pPr>
            <a:r>
              <a:rPr lang="en-US" sz="2000" dirty="0"/>
              <a:t>} </a:t>
            </a:r>
          </a:p>
          <a:p>
            <a:pPr algn="l">
              <a:buNone/>
            </a:pPr>
            <a:r>
              <a:rPr lang="en-US" sz="2000" dirty="0" err="1"/>
              <a:t>bool</a:t>
            </a:r>
            <a:r>
              <a:rPr lang="en-US" sz="2000" dirty="0"/>
              <a:t> </a:t>
            </a:r>
            <a:r>
              <a:rPr lang="en-US" sz="2000" dirty="0" err="1"/>
              <a:t>cycleFound</a:t>
            </a:r>
            <a:r>
              <a:rPr lang="en-US" sz="2000" dirty="0"/>
              <a:t>(</a:t>
            </a:r>
            <a:r>
              <a:rPr lang="en-US" sz="2000" dirty="0" err="1"/>
              <a:t>int</a:t>
            </a:r>
            <a:r>
              <a:rPr lang="en-US" sz="2000" dirty="0"/>
              <a:t> k) </a:t>
            </a:r>
          </a:p>
          <a:p>
            <a:pPr algn="l">
              <a:buNone/>
            </a:pPr>
            <a:r>
              <a:rPr lang="en-US" sz="2000" dirty="0"/>
              <a:t>{    if (k == NODE) </a:t>
            </a:r>
          </a:p>
          <a:p>
            <a:pPr algn="l">
              <a:buNone/>
            </a:pPr>
            <a:r>
              <a:rPr lang="en-US" sz="2000" dirty="0"/>
              <a:t>{             //when all vertices are in the path    </a:t>
            </a:r>
          </a:p>
          <a:p>
            <a:pPr algn="l">
              <a:buNone/>
            </a:pPr>
            <a:r>
              <a:rPr lang="en-US" sz="2000" dirty="0"/>
              <a:t>   if (graph[path[k-1]][ path[0] ] == 1 )         </a:t>
            </a:r>
          </a:p>
          <a:p>
            <a:pPr algn="l">
              <a:buNone/>
            </a:pPr>
            <a:r>
              <a:rPr lang="en-US" sz="2000" dirty="0"/>
              <a:t> return true;       </a:t>
            </a:r>
          </a:p>
          <a:p>
            <a:pPr algn="l">
              <a:buNone/>
            </a:pPr>
            <a:r>
              <a:rPr lang="en-US" sz="2000" dirty="0"/>
              <a:t>else          </a:t>
            </a:r>
          </a:p>
          <a:p>
            <a:pPr algn="l">
              <a:buNone/>
            </a:pPr>
            <a:r>
              <a:rPr lang="en-US" sz="2000" dirty="0"/>
              <a:t>return false;    }</a:t>
            </a:r>
            <a:endParaRPr lang="en-US" sz="2000" dirty="0">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71DC63CA-D95F-9D7E-372C-20A10E5C8CAA}"/>
              </a:ext>
            </a:extLst>
          </p:cNvPr>
          <p:cNvSpPr txBox="1"/>
          <p:nvPr/>
        </p:nvSpPr>
        <p:spPr>
          <a:xfrm>
            <a:off x="9391650" y="198438"/>
            <a:ext cx="2800350" cy="811212"/>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403074205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10</a:t>
            </a:fld>
            <a:endParaRPr lang="en-IN" altLang="en-US"/>
          </a:p>
        </p:txBody>
      </p:sp>
      <p:sp>
        <p:nvSpPr>
          <p:cNvPr id="2" name="Title 1"/>
          <p:cNvSpPr>
            <a:spLocks noGrp="1"/>
          </p:cNvSpPr>
          <p:nvPr>
            <p:ph type="title" idx="4294967295"/>
          </p:nvPr>
        </p:nvSpPr>
        <p:spPr>
          <a:xfrm>
            <a:off x="793376" y="198438"/>
            <a:ext cx="7725149" cy="904875"/>
          </a:xfrm>
          <a:ln>
            <a:solidFill>
              <a:schemeClr val="tx1"/>
            </a:solidFill>
          </a:ln>
        </p:spPr>
        <p:txBody>
          <a:bodyPr/>
          <a:lstStyle/>
          <a:p>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712694" y="1311275"/>
            <a:ext cx="9802906" cy="5491760"/>
          </a:xfrm>
          <a:prstGeom prst="rect">
            <a:avLst/>
          </a:prstGeom>
          <a:noFill/>
          <a:ln>
            <a:solidFill>
              <a:schemeClr val="tx1"/>
            </a:solidFill>
          </a:ln>
        </p:spPr>
        <p:txBody>
          <a:bodyPr wrap="square" rtlCol="0">
            <a:spAutoFit/>
          </a:bodyPr>
          <a:lstStyle/>
          <a:p>
            <a:pPr algn="l">
              <a:buNone/>
            </a:pPr>
            <a:r>
              <a:rPr lang="en-US" sz="2400" dirty="0"/>
              <a:t>for (</a:t>
            </a:r>
            <a:r>
              <a:rPr lang="en-US" sz="2400" dirty="0" err="1"/>
              <a:t>int</a:t>
            </a:r>
            <a:r>
              <a:rPr lang="en-US" sz="2400" dirty="0"/>
              <a:t> v = 1; v &lt; NODE; v++) </a:t>
            </a:r>
          </a:p>
          <a:p>
            <a:pPr algn="l">
              <a:buNone/>
            </a:pPr>
            <a:r>
              <a:rPr lang="en-US" sz="2400" dirty="0"/>
              <a:t>{       //for all vertices except starting point      </a:t>
            </a:r>
          </a:p>
          <a:p>
            <a:pPr algn="l">
              <a:buNone/>
            </a:pPr>
            <a:r>
              <a:rPr lang="en-US" sz="2400" dirty="0"/>
              <a:t> if (</a:t>
            </a:r>
            <a:r>
              <a:rPr lang="en-US" sz="2400" dirty="0" err="1"/>
              <a:t>isValid</a:t>
            </a:r>
            <a:r>
              <a:rPr lang="en-US" sz="2400" dirty="0"/>
              <a:t>(</a:t>
            </a:r>
            <a:r>
              <a:rPr lang="en-US" sz="2400" dirty="0" err="1"/>
              <a:t>v,k</a:t>
            </a:r>
            <a:r>
              <a:rPr lang="en-US" sz="2400" dirty="0"/>
              <a:t>)) </a:t>
            </a:r>
          </a:p>
          <a:p>
            <a:pPr algn="l">
              <a:buNone/>
            </a:pPr>
            <a:r>
              <a:rPr lang="en-US" sz="2400" dirty="0"/>
              <a:t>{                //if possible to add v in the path         </a:t>
            </a:r>
          </a:p>
          <a:p>
            <a:pPr algn="l">
              <a:buNone/>
            </a:pPr>
            <a:r>
              <a:rPr lang="en-US" sz="2400" dirty="0"/>
              <a:t> path[k] = v;          </a:t>
            </a:r>
          </a:p>
          <a:p>
            <a:pPr algn="l">
              <a:buNone/>
            </a:pPr>
            <a:r>
              <a:rPr lang="en-US" sz="2400" dirty="0"/>
              <a:t>if (</a:t>
            </a:r>
            <a:r>
              <a:rPr lang="en-US" sz="2400" dirty="0" err="1"/>
              <a:t>cycleFound</a:t>
            </a:r>
            <a:r>
              <a:rPr lang="en-US" sz="2400" dirty="0"/>
              <a:t> (k+1) == true)        </a:t>
            </a:r>
          </a:p>
          <a:p>
            <a:pPr algn="l">
              <a:buNone/>
            </a:pPr>
            <a:r>
              <a:rPr lang="en-US" sz="2400" dirty="0"/>
              <a:t>     return true;          </a:t>
            </a:r>
          </a:p>
          <a:p>
            <a:pPr algn="l">
              <a:buNone/>
            </a:pPr>
            <a:r>
              <a:rPr lang="en-US" sz="2400" dirty="0"/>
              <a:t>path[k] = -1;               //when k vertex will not in the solution      </a:t>
            </a:r>
          </a:p>
          <a:p>
            <a:pPr algn="l">
              <a:buNone/>
            </a:pPr>
            <a:r>
              <a:rPr lang="en-US" sz="2400" dirty="0"/>
              <a:t> }   </a:t>
            </a:r>
          </a:p>
          <a:p>
            <a:pPr algn="l">
              <a:buNone/>
            </a:pPr>
            <a:r>
              <a:rPr lang="en-US" sz="2400" dirty="0"/>
              <a:t> }    </a:t>
            </a:r>
          </a:p>
          <a:p>
            <a:pPr algn="l">
              <a:buNone/>
            </a:pPr>
            <a:r>
              <a:rPr lang="en-US" sz="2400" dirty="0"/>
              <a:t>return false; </a:t>
            </a:r>
          </a:p>
          <a:p>
            <a:pPr algn="l">
              <a:buNone/>
            </a:pPr>
            <a:r>
              <a:rPr lang="en-US" sz="2400" dirty="0"/>
              <a:t>}</a:t>
            </a:r>
            <a:endParaRPr lang="en-US" sz="24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DB2D4226-4072-DB99-60A0-BC7A0007164C}"/>
              </a:ext>
            </a:extLst>
          </p:cNvPr>
          <p:cNvSpPr txBox="1"/>
          <p:nvPr/>
        </p:nvSpPr>
        <p:spPr>
          <a:xfrm>
            <a:off x="9353550" y="198438"/>
            <a:ext cx="2743200" cy="811212"/>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14289737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E91321DF-4391-4A0E-9FFF-793DE4722964}" type="slidenum">
              <a:rPr lang="en-IN" altLang="en-US" smtClean="0"/>
              <a:pPr>
                <a:defRPr/>
              </a:pPr>
              <a:t>11</a:t>
            </a:fld>
            <a:endParaRPr lang="en-IN" altLang="en-US"/>
          </a:p>
        </p:txBody>
      </p:sp>
      <p:sp>
        <p:nvSpPr>
          <p:cNvPr id="2" name="Title 1"/>
          <p:cNvSpPr>
            <a:spLocks noGrp="1"/>
          </p:cNvSpPr>
          <p:nvPr>
            <p:ph type="title" idx="4294967295"/>
          </p:nvPr>
        </p:nvSpPr>
        <p:spPr>
          <a:xfrm>
            <a:off x="820271" y="198438"/>
            <a:ext cx="7698254" cy="904875"/>
          </a:xfrm>
          <a:ln>
            <a:solidFill>
              <a:schemeClr val="tx1"/>
            </a:solidFill>
          </a:ln>
        </p:spPr>
        <p:txBody>
          <a:bodyPr/>
          <a:lstStyle/>
          <a:p>
            <a:r>
              <a:rPr lang="en-IN" sz="4400" b="1" dirty="0">
                <a:solidFill>
                  <a:schemeClr val="tx1"/>
                </a:solidFill>
                <a:latin typeface="Times New Roman" pitchFamily="18" charset="0"/>
                <a:cs typeface="Times New Roman" pitchFamily="18" charset="0"/>
              </a:rPr>
              <a:t>Example</a:t>
            </a:r>
            <a:endParaRPr lang="en-US" sz="4400" b="1" dirty="0">
              <a:solidFill>
                <a:schemeClr val="tx1"/>
              </a:solidFill>
              <a:latin typeface="Times New Roman" pitchFamily="18" charset="0"/>
              <a:cs typeface="Times New Roman" pitchFamily="18" charset="0"/>
            </a:endParaRPr>
          </a:p>
        </p:txBody>
      </p:sp>
      <p:sp>
        <p:nvSpPr>
          <p:cNvPr id="5" name="Content Placeholder 4"/>
          <p:cNvSpPr txBox="1">
            <a:spLocks noGrp="1"/>
          </p:cNvSpPr>
          <p:nvPr>
            <p:ph idx="4294967295"/>
          </p:nvPr>
        </p:nvSpPr>
        <p:spPr>
          <a:xfrm>
            <a:off x="766482" y="1385047"/>
            <a:ext cx="9749118" cy="4109843"/>
          </a:xfrm>
          <a:prstGeom prst="rect">
            <a:avLst/>
          </a:prstGeom>
          <a:noFill/>
          <a:ln>
            <a:solidFill>
              <a:schemeClr val="tx1"/>
            </a:solidFill>
          </a:ln>
        </p:spPr>
        <p:txBody>
          <a:bodyPr wrap="square" rtlCol="0">
            <a:spAutoFit/>
          </a:bodyPr>
          <a:lstStyle/>
          <a:p>
            <a:pPr algn="l">
              <a:buNone/>
            </a:pPr>
            <a:r>
              <a:rPr lang="en-IN" sz="2400" dirty="0"/>
              <a:t>bool </a:t>
            </a:r>
            <a:r>
              <a:rPr lang="en-IN" sz="2400" dirty="0" err="1"/>
              <a:t>hamiltonianCycle</a:t>
            </a:r>
            <a:r>
              <a:rPr lang="en-IN" sz="2400" dirty="0"/>
              <a:t>() </a:t>
            </a:r>
          </a:p>
          <a:p>
            <a:pPr algn="l">
              <a:buNone/>
            </a:pPr>
            <a:r>
              <a:rPr lang="en-IN" sz="2400" dirty="0"/>
              <a:t>{    for (</a:t>
            </a:r>
            <a:r>
              <a:rPr lang="en-IN" sz="2400" dirty="0" err="1"/>
              <a:t>int</a:t>
            </a:r>
            <a:r>
              <a:rPr lang="en-IN" sz="2400" dirty="0"/>
              <a:t> i = 0; i &lt; NODE; i++)     </a:t>
            </a:r>
          </a:p>
          <a:p>
            <a:pPr algn="l">
              <a:buNone/>
            </a:pPr>
            <a:r>
              <a:rPr lang="en-IN" sz="2400" dirty="0"/>
              <a:t>  path[i] = -1;    </a:t>
            </a:r>
          </a:p>
          <a:p>
            <a:pPr algn="l">
              <a:buNone/>
            </a:pPr>
            <a:r>
              <a:rPr lang="en-IN" sz="2400" dirty="0"/>
              <a:t>path[0] = 0; //first vertex as 0  </a:t>
            </a:r>
          </a:p>
          <a:p>
            <a:pPr algn="l">
              <a:buNone/>
            </a:pPr>
            <a:r>
              <a:rPr lang="en-IN" sz="2400" dirty="0"/>
              <a:t>  if ( </a:t>
            </a:r>
            <a:r>
              <a:rPr lang="en-IN" sz="2400" dirty="0" err="1"/>
              <a:t>cycleFound</a:t>
            </a:r>
            <a:r>
              <a:rPr lang="en-IN" sz="2400" dirty="0"/>
              <a:t>(1) == false )</a:t>
            </a:r>
          </a:p>
          <a:p>
            <a:pPr algn="l">
              <a:buNone/>
            </a:pPr>
            <a:r>
              <a:rPr lang="en-IN" sz="2400" dirty="0"/>
              <a:t> {       </a:t>
            </a:r>
          </a:p>
          <a:p>
            <a:pPr algn="l">
              <a:buNone/>
            </a:pPr>
            <a:r>
              <a:rPr lang="en-IN" sz="2400" dirty="0" err="1"/>
              <a:t>cout</a:t>
            </a:r>
            <a:r>
              <a:rPr lang="en-IN" sz="2400" dirty="0"/>
              <a:t> &lt;&lt; "Solution does not exist"&lt;&lt;</a:t>
            </a:r>
            <a:r>
              <a:rPr lang="en-IN" sz="2400" dirty="0" err="1"/>
              <a:t>endl</a:t>
            </a:r>
            <a:r>
              <a:rPr lang="en-IN" sz="2400" dirty="0"/>
              <a:t>;      </a:t>
            </a:r>
          </a:p>
          <a:p>
            <a:pPr algn="l">
              <a:buNone/>
            </a:pPr>
            <a:r>
              <a:rPr lang="en-IN" sz="2400" dirty="0"/>
              <a:t> return false;   </a:t>
            </a:r>
          </a:p>
          <a:p>
            <a:pPr algn="l">
              <a:buNone/>
            </a:pPr>
            <a:r>
              <a:rPr lang="en-IN" sz="2400" dirty="0"/>
              <a:t> }</a:t>
            </a:r>
            <a:endParaRPr lang="en-US" sz="2400" dirty="0">
              <a:latin typeface="Times New Roman" pitchFamily="18" charset="0"/>
              <a:cs typeface="Times New Roman" pitchFamily="18" charset="0"/>
            </a:endParaRPr>
          </a:p>
        </p:txBody>
      </p:sp>
      <p:sp>
        <p:nvSpPr>
          <p:cNvPr id="3" name="TextBox 2">
            <a:extLst>
              <a:ext uri="{FF2B5EF4-FFF2-40B4-BE49-F238E27FC236}">
                <a16:creationId xmlns:a16="http://schemas.microsoft.com/office/drawing/2014/main" id="{4772324B-4629-F373-18DA-D4A83547FA65}"/>
              </a:ext>
            </a:extLst>
          </p:cNvPr>
          <p:cNvSpPr txBox="1"/>
          <p:nvPr/>
        </p:nvSpPr>
        <p:spPr>
          <a:xfrm>
            <a:off x="9229725" y="198438"/>
            <a:ext cx="2867025" cy="904875"/>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3036398611"/>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53366"/>
          </a:xfrm>
        </p:spPr>
        <p:txBody>
          <a:bodyPr anchor="t">
            <a:normAutofit fontScale="90000"/>
          </a:bodyPr>
          <a:lstStyle/>
          <a:p>
            <a:pPr algn="l"/>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1)  https://www.tutorialspoint.com/data_structures_algorithms/divide_and_conquer.htm</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2)  </a:t>
            </a:r>
            <a:r>
              <a:rPr lang="en-US" sz="1600" b="1" dirty="0">
                <a:latin typeface="Times New Roman" pitchFamily="18" charset="0"/>
                <a:cs typeface="Times New Roman" pitchFamily="18" charset="0"/>
              </a:rPr>
              <a:t>Data Structures and Algorithms made easy</a:t>
            </a:r>
            <a:r>
              <a:rPr lang="en-US" sz="1600" dirty="0">
                <a:latin typeface="Times New Roman" pitchFamily="18" charset="0"/>
                <a:cs typeface="Times New Roman" pitchFamily="18" charset="0"/>
              </a:rPr>
              <a:t> By Narasimha </a:t>
            </a:r>
            <a:r>
              <a:rPr lang="en-US" sz="1600" dirty="0" err="1">
                <a:latin typeface="Times New Roman" pitchFamily="18" charset="0"/>
                <a:cs typeface="Times New Roman" pitchFamily="18" charset="0"/>
              </a:rPr>
              <a:t>Karumanchi</a:t>
            </a:r>
            <a:r>
              <a:rPr lang="en-US" sz="1600" dirty="0">
                <a:latin typeface="Times New Roman" pitchFamily="18" charset="0"/>
                <a:cs typeface="Times New Roman" pitchFamily="18" charset="0"/>
              </a:rPr>
              <a:t>.</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3)  The Algorithm Design Manual, 2nd Edition by Steven S </a:t>
            </a:r>
            <a:r>
              <a:rPr lang="en-US" sz="1600" dirty="0" err="1">
                <a:latin typeface="Times New Roman" pitchFamily="18" charset="0"/>
                <a:cs typeface="Times New Roman" pitchFamily="18" charset="0"/>
              </a:rPr>
              <a:t>Skiena</a:t>
            </a:r>
            <a:br>
              <a:rPr lang="en-US" sz="1600" dirty="0">
                <a:latin typeface="Times New Roman" pitchFamily="18" charset="0"/>
                <a:cs typeface="Times New Roman" pitchFamily="18" charset="0"/>
              </a:rPr>
            </a:br>
            <a:br>
              <a:rPr lang="en-US" sz="1600" dirty="0">
                <a:latin typeface="Times New Roman" pitchFamily="18" charset="0"/>
                <a:cs typeface="Times New Roman" pitchFamily="18" charset="0"/>
              </a:rPr>
            </a:br>
            <a:r>
              <a:rPr lang="en-US" sz="1600" dirty="0">
                <a:latin typeface="Times New Roman" pitchFamily="18" charset="0"/>
                <a:cs typeface="Times New Roman" pitchFamily="18" charset="0"/>
              </a:rPr>
              <a:t>4) </a:t>
            </a:r>
            <a:r>
              <a:rPr lang="en-US" sz="1600" b="1" dirty="0">
                <a:latin typeface="Times New Roman" pitchFamily="18" charset="0"/>
                <a:cs typeface="Times New Roman" pitchFamily="18" charset="0"/>
              </a:rPr>
              <a:t>Fundamentals of Computer Algorithms - Horowitz and </a:t>
            </a:r>
            <a:r>
              <a:rPr lang="en-US" sz="1600" b="1" dirty="0" err="1">
                <a:latin typeface="Times New Roman" pitchFamily="18" charset="0"/>
                <a:cs typeface="Times New Roman" pitchFamily="18" charset="0"/>
              </a:rPr>
              <a:t>Sahani</a:t>
            </a:r>
            <a:r>
              <a:rPr lang="en-US" sz="1600" dirty="0">
                <a:latin typeface="Times New Roman" pitchFamily="18" charset="0"/>
                <a:cs typeface="Times New Roman" pitchFamily="18" charset="0"/>
              </a:rPr>
              <a:t> </a:t>
            </a:r>
            <a:br>
              <a:rPr lang="en-US" sz="1800" dirty="0">
                <a:latin typeface="Times New Roman" pitchFamily="18" charset="0"/>
                <a:cs typeface="Times New Roman" pitchFamily="18" charset="0"/>
              </a:rPr>
            </a:br>
            <a:br>
              <a:rPr lang="en-US" sz="1800" dirty="0">
                <a:latin typeface="Times New Roman" pitchFamily="18" charset="0"/>
                <a:cs typeface="Times New Roman" pitchFamily="18" charset="0"/>
              </a:rPr>
            </a:br>
            <a:endParaRPr lang="en-IN" sz="1800" dirty="0">
              <a:latin typeface="Times New Roman" pitchFamily="18" charset="0"/>
              <a:cs typeface="Times New Roman" pitchFamily="18" charset="0"/>
            </a:endParaRPr>
          </a:p>
        </p:txBody>
      </p:sp>
      <p:sp>
        <p:nvSpPr>
          <p:cNvPr id="3" name="Rectangle 2"/>
          <p:cNvSpPr/>
          <p:nvPr/>
        </p:nvSpPr>
        <p:spPr>
          <a:xfrm>
            <a:off x="838202" y="192883"/>
            <a:ext cx="8693727" cy="769441"/>
          </a:xfrm>
          <a:prstGeom prst="rect">
            <a:avLst/>
          </a:prstGeom>
        </p:spPr>
        <p:txBody>
          <a:bodyPr wrap="square">
            <a:spAutoFit/>
          </a:bodyPr>
          <a:lstStyle/>
          <a:p>
            <a:pPr algn="ctr"/>
            <a:r>
              <a:rPr lang="en-US" sz="4400" b="1" dirty="0">
                <a:latin typeface="Times New Roman" pitchFamily="18" charset="0"/>
                <a:cs typeface="Times New Roman" pitchFamily="18" charset="0"/>
              </a:rPr>
              <a:t>References</a:t>
            </a:r>
            <a:endParaRPr lang="en-IN" sz="4400" b="1" dirty="0">
              <a:latin typeface="Times New Roman" pitchFamily="18" charset="0"/>
              <a:cs typeface="Times New Roman" pitchFamily="18" charset="0"/>
            </a:endParaRPr>
          </a:p>
        </p:txBody>
      </p:sp>
      <p:sp>
        <p:nvSpPr>
          <p:cNvPr id="5" name="Rectangle 4">
            <a:extLst>
              <a:ext uri="{FF2B5EF4-FFF2-40B4-BE49-F238E27FC236}">
                <a16:creationId xmlns:a16="http://schemas.microsoft.com/office/drawing/2014/main" id="{097571AD-EF65-4378-86D6-3AF0DD73CA0C}"/>
              </a:ext>
            </a:extLst>
          </p:cNvPr>
          <p:cNvSpPr/>
          <p:nvPr/>
        </p:nvSpPr>
        <p:spPr>
          <a:xfrm>
            <a:off x="838200" y="1089891"/>
            <a:ext cx="10515600" cy="5082309"/>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B5855C06-9819-4A06-9C49-58CDAD8CD94B}"/>
              </a:ext>
            </a:extLst>
          </p:cNvPr>
          <p:cNvSpPr/>
          <p:nvPr/>
        </p:nvSpPr>
        <p:spPr>
          <a:xfrm>
            <a:off x="838201" y="136527"/>
            <a:ext cx="8758383" cy="76944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 name="Slide Number Placeholder 6">
            <a:extLst>
              <a:ext uri="{FF2B5EF4-FFF2-40B4-BE49-F238E27FC236}">
                <a16:creationId xmlns:a16="http://schemas.microsoft.com/office/drawing/2014/main" id="{1DD8B716-3EDB-4874-B04B-3AC9D49BCFFE}"/>
              </a:ext>
            </a:extLst>
          </p:cNvPr>
          <p:cNvSpPr>
            <a:spLocks noGrp="1"/>
          </p:cNvSpPr>
          <p:nvPr>
            <p:ph type="sldNum" sz="quarter" idx="12"/>
          </p:nvPr>
        </p:nvSpPr>
        <p:spPr/>
        <p:txBody>
          <a:bodyPr/>
          <a:lstStyle/>
          <a:p>
            <a:fld id="{BDCDBBEF-AA6C-4BA6-85B2-A17D7F280E38}" type="slidenum">
              <a:rPr lang="en-US" smtClean="0"/>
              <a:pPr/>
              <a:t>12</a:t>
            </a:fld>
            <a:endParaRPr lang="en-US"/>
          </a:p>
        </p:txBody>
      </p:sp>
      <p:sp>
        <p:nvSpPr>
          <p:cNvPr id="4" name="TextBox 3">
            <a:extLst>
              <a:ext uri="{FF2B5EF4-FFF2-40B4-BE49-F238E27FC236}">
                <a16:creationId xmlns:a16="http://schemas.microsoft.com/office/drawing/2014/main" id="{01938CA0-2A70-D535-E7CF-92087548B47D}"/>
              </a:ext>
            </a:extLst>
          </p:cNvPr>
          <p:cNvSpPr txBox="1"/>
          <p:nvPr/>
        </p:nvSpPr>
        <p:spPr>
          <a:xfrm>
            <a:off x="9220200" y="136526"/>
            <a:ext cx="2867025" cy="825798"/>
          </a:xfrm>
          <a:prstGeom prst="rect">
            <a:avLst/>
          </a:prstGeom>
          <a:solidFill>
            <a:schemeClr val="bg1"/>
          </a:solidFill>
        </p:spPr>
        <p:txBody>
          <a:bodyPr wrap="square" rtlCol="0">
            <a:spAutoFit/>
          </a:bodyPr>
          <a:lstStyle/>
          <a:p>
            <a:endParaRPr lang="en-IN" dirty="0"/>
          </a:p>
        </p:txBody>
      </p:sp>
    </p:spTree>
    <p:extLst>
      <p:ext uri="{BB962C8B-B14F-4D97-AF65-F5344CB8AC3E}">
        <p14:creationId xmlns:p14="http://schemas.microsoft.com/office/powerpoint/2010/main" val="6804761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76200"/>
            <a:ext cx="12192000" cy="4686300"/>
          </a:xfrm>
          <a:prstGeom prst="rect">
            <a:avLst/>
          </a:prstGeom>
          <a:solidFill>
            <a:schemeClr val="accent6">
              <a:lumMod val="50000"/>
              <a:alpha val="60000"/>
            </a:schemeClr>
          </a:solidFill>
          <a:ln w="12700" cap="flat" cmpd="sng" algn="ctr">
            <a:noFill/>
            <a:prstDash val="solid"/>
            <a:miter lim="800000"/>
          </a:ln>
          <a:effectLst/>
        </p:spPr>
        <p:txBody>
          <a:bodyPr anchor="ctr"/>
          <a:lstStyle/>
          <a:p>
            <a:pPr algn="ctr" eaLnBrk="1" fontAlgn="auto" hangingPunct="1">
              <a:spcBef>
                <a:spcPts val="0"/>
              </a:spcBef>
              <a:spcAft>
                <a:spcPts val="0"/>
              </a:spcAft>
              <a:defRPr/>
            </a:pPr>
            <a:r>
              <a:rPr lang="en-US" dirty="0">
                <a:solidFill>
                  <a:prstClr val="white"/>
                </a:solidFill>
                <a:latin typeface="Calibri Light"/>
                <a:cs typeface="+mn-cs"/>
              </a:rPr>
              <a:t> </a:t>
            </a:r>
          </a:p>
        </p:txBody>
      </p:sp>
      <p:cxnSp>
        <p:nvCxnSpPr>
          <p:cNvPr id="18" name="Straight Connector 17"/>
          <p:cNvCxnSpPr>
            <a:cxnSpLocks/>
          </p:cNvCxnSpPr>
          <p:nvPr/>
        </p:nvCxnSpPr>
        <p:spPr>
          <a:xfrm>
            <a:off x="9347200" y="9525"/>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cxnSpLocks/>
          </p:cNvCxnSpPr>
          <p:nvPr/>
        </p:nvCxnSpPr>
        <p:spPr>
          <a:xfrm>
            <a:off x="10169525" y="0"/>
            <a:ext cx="663575" cy="66357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a:off x="733425" y="6294438"/>
            <a:ext cx="558800" cy="55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390525" y="5148263"/>
            <a:ext cx="1728788" cy="172878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4039" name="Title 1"/>
          <p:cNvSpPr txBox="1">
            <a:spLocks/>
          </p:cNvSpPr>
          <p:nvPr/>
        </p:nvSpPr>
        <p:spPr bwMode="auto">
          <a:xfrm>
            <a:off x="1485900" y="2249488"/>
            <a:ext cx="10725150" cy="1230312"/>
          </a:xfrm>
          <a:prstGeom prst="rect">
            <a:avLst/>
          </a:prstGeom>
          <a:noFill/>
          <a:ln w="9525">
            <a:noFill/>
            <a:miter lim="800000"/>
            <a:headEnd/>
            <a:tailEnd/>
          </a:ln>
        </p:spPr>
        <p:txBody>
          <a:bodyPr lIns="0" tIns="0" rIns="0" bIns="0" anchor="ctr">
            <a:spAutoFit/>
          </a:bodyPr>
          <a:lstStyle/>
          <a:p>
            <a:pPr algn="ctr" eaLnBrk="1" hangingPunct="1"/>
            <a:r>
              <a:rPr lang="en-US" altLang="en-US" sz="8000">
                <a:solidFill>
                  <a:srgbClr val="FFFFFF"/>
                </a:solidFill>
                <a:latin typeface="Casper" pitchFamily="2" charset="0"/>
                <a:cs typeface="Segoe UI" pitchFamily="34" charset="0"/>
              </a:rPr>
              <a:t>THANK YOU</a:t>
            </a:r>
          </a:p>
        </p:txBody>
      </p:sp>
      <p:sp>
        <p:nvSpPr>
          <p:cNvPr id="44040" name="Diamond 6"/>
          <p:cNvSpPr>
            <a:spLocks noChangeArrowheads="1"/>
          </p:cNvSpPr>
          <p:nvPr/>
        </p:nvSpPr>
        <p:spPr bwMode="auto">
          <a:xfrm>
            <a:off x="2641600" y="1214438"/>
            <a:ext cx="2430463" cy="3225800"/>
          </a:xfrm>
          <a:custGeom>
            <a:avLst/>
            <a:gdLst>
              <a:gd name="T0" fmla="*/ 2430463 w 2430463"/>
              <a:gd name="T1" fmla="*/ 2413000 h 3225800"/>
              <a:gd name="T2" fmla="*/ 1612919 w 2430463"/>
              <a:gd name="T3" fmla="*/ 3225800 h 3225800"/>
              <a:gd name="T4" fmla="*/ 0 w 2430463"/>
              <a:gd name="T5" fmla="*/ 1612900 h 3225800"/>
              <a:gd name="T6" fmla="*/ 1612919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chemeClr val="bg1"/>
            </a:solidFill>
            <a:miter lim="800000"/>
            <a:headEnd/>
            <a:tailEnd/>
          </a:ln>
        </p:spPr>
        <p:txBody>
          <a:bodyPr anchor="ctr"/>
          <a:lstStyle/>
          <a:p>
            <a:endParaRPr lang="en-US"/>
          </a:p>
        </p:txBody>
      </p:sp>
      <p:sp>
        <p:nvSpPr>
          <p:cNvPr id="44041" name="Diamond 6"/>
          <p:cNvSpPr>
            <a:spLocks noChangeArrowheads="1"/>
          </p:cNvSpPr>
          <p:nvPr/>
        </p:nvSpPr>
        <p:spPr bwMode="auto">
          <a:xfrm>
            <a:off x="2898775" y="1214438"/>
            <a:ext cx="2430463" cy="3225800"/>
          </a:xfrm>
          <a:custGeom>
            <a:avLst/>
            <a:gdLst>
              <a:gd name="T0" fmla="*/ 2430463 w 2430463"/>
              <a:gd name="T1" fmla="*/ 2413000 h 3225800"/>
              <a:gd name="T2" fmla="*/ 1612919 w 2430463"/>
              <a:gd name="T3" fmla="*/ 3225800 h 3225800"/>
              <a:gd name="T4" fmla="*/ 0 w 2430463"/>
              <a:gd name="T5" fmla="*/ 1612900 h 3225800"/>
              <a:gd name="T6" fmla="*/ 1612919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rgbClr val="FFFFFF"/>
            </a:solidFill>
            <a:miter lim="800000"/>
            <a:headEnd/>
            <a:tailEnd/>
          </a:ln>
        </p:spPr>
        <p:txBody>
          <a:bodyPr anchor="ctr"/>
          <a:lstStyle/>
          <a:p>
            <a:endParaRPr lang="en-US"/>
          </a:p>
        </p:txBody>
      </p:sp>
      <p:sp>
        <p:nvSpPr>
          <p:cNvPr id="44043" name="Slide Number Placeholder 2"/>
          <p:cNvSpPr>
            <a:spLocks noGrp="1"/>
          </p:cNvSpPr>
          <p:nvPr>
            <p:ph type="sldNum" sz="quarter" idx="4294967295"/>
          </p:nvPr>
        </p:nvSpPr>
        <p:spPr bwMode="auto">
          <a:xfrm>
            <a:off x="9448800" y="6356350"/>
            <a:ext cx="2743200" cy="365125"/>
          </a:xfrm>
          <a:noFill/>
          <a:ln>
            <a:miter lim="800000"/>
            <a:headEnd/>
            <a:tailEnd/>
          </a:ln>
        </p:spPr>
        <p:txBody>
          <a:bodyPr/>
          <a:lstStyle/>
          <a:p>
            <a:fld id="{B7962362-1F08-47BC-B5C0-8D11A861320F}" type="slidenum">
              <a:rPr lang="en-IN" altLang="en-US" smtClean="0"/>
              <a:pPr/>
              <a:t>13</a:t>
            </a:fld>
            <a:endParaRPr lang="en-IN" altLang="en-US"/>
          </a:p>
        </p:txBody>
      </p:sp>
      <p:sp>
        <p:nvSpPr>
          <p:cNvPr id="3" name="TextBox 2">
            <a:extLst>
              <a:ext uri="{FF2B5EF4-FFF2-40B4-BE49-F238E27FC236}">
                <a16:creationId xmlns:a16="http://schemas.microsoft.com/office/drawing/2014/main" id="{32E007C2-27C5-5686-F873-C1297836F2BF}"/>
              </a:ext>
            </a:extLst>
          </p:cNvPr>
          <p:cNvSpPr txBox="1"/>
          <p:nvPr/>
        </p:nvSpPr>
        <p:spPr>
          <a:xfrm>
            <a:off x="9220200" y="-76200"/>
            <a:ext cx="2990850" cy="1230312"/>
          </a:xfrm>
          <a:prstGeom prst="rect">
            <a:avLst/>
          </a:prstGeom>
          <a:solidFill>
            <a:schemeClr val="accent6">
              <a:lumMod val="60000"/>
              <a:lumOff val="40000"/>
            </a:schemeClr>
          </a:solidFill>
        </p:spPr>
        <p:txBody>
          <a:bodyPr wrap="square" rtlCol="0">
            <a:spAutoFit/>
          </a:bodyPr>
          <a:lstStyle/>
          <a:p>
            <a:endParaRPr lang="en-IN" dirty="0"/>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B495BB88-27AE-4681-99B1-1C780E828FE1"/>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S\u05AA{B77A30D0-7931-4982-8668-408EA18FF74A}&quot;,&quot;C:\\Users\\LENOVO\\Desktop\\Machine Learning  May-Dec2020\\PPTsNewFormat&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TRUE&quot;,&quot;language&quot;:&quot;EN&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wordSettings&quot;:{&quot;printCopies&quot;:1}}"/>
  <p:tag name="ISPRING_SCORM_RATE_SLIDES" val="0"/>
  <p:tag name="ISPRING_SCORM_RATE_QUIZZES" val="0"/>
  <p:tag name="ISPRING_SCORM_PASSING_SCORE" val="0.000000"/>
  <p:tag name="ISPRING_CURRENT_PLAYER_ID" val="universal"/>
  <p:tag name="ISPRING_PRESENTATION_TITLE" val="Lecture 11"/>
  <p:tag name="ISPRING_FIRST_PUBLISH" val="1"/>
</p:tagLst>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20859</TotalTime>
  <Words>1046</Words>
  <Application>Microsoft Office PowerPoint</Application>
  <PresentationFormat>Widescreen</PresentationFormat>
  <Paragraphs>149</Paragraphs>
  <Slides>13</Slides>
  <Notes>12</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3" baseType="lpstr">
      <vt:lpstr>Arial</vt:lpstr>
      <vt:lpstr>Calibri</vt:lpstr>
      <vt:lpstr>Calibri Light</vt:lpstr>
      <vt:lpstr>Cambria</vt:lpstr>
      <vt:lpstr>Casper</vt:lpstr>
      <vt:lpstr>Lato</vt:lpstr>
      <vt:lpstr>Times New Roman</vt:lpstr>
      <vt:lpstr>Theme1</vt:lpstr>
      <vt:lpstr>Streamline</vt:lpstr>
      <vt:lpstr>CorelDRAW</vt:lpstr>
      <vt:lpstr>PowerPoint Presentation</vt:lpstr>
      <vt:lpstr>PowerPoint Presentation</vt:lpstr>
      <vt:lpstr>Hamiltonian Cycle</vt:lpstr>
      <vt:lpstr>Hamiltonian Cycle</vt:lpstr>
      <vt:lpstr>Algorithm</vt:lpstr>
      <vt:lpstr>Algorithm</vt:lpstr>
      <vt:lpstr>Example </vt:lpstr>
      <vt:lpstr>Example</vt:lpstr>
      <vt:lpstr>Example</vt:lpstr>
      <vt:lpstr>Example</vt:lpstr>
      <vt:lpstr>Example</vt:lpstr>
      <vt:lpstr>     1)  https://www.tutorialspoint.com/data_structures_algorithms/divide_and_conquer.htm  2)  Data Structures and Algorithms made easy By Narasimha Karumanchi.  3)  The Algorithm Design Manual, 2nd Edition by Steven S Skiena  4) Fundamentals of Computer Algorithms - Horowitz and Sahani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11</dc:title>
  <dc:creator>Harmanjit Singh Gahir</dc:creator>
  <cp:lastModifiedBy>sameera dhuria</cp:lastModifiedBy>
  <cp:revision>987</cp:revision>
  <dcterms:created xsi:type="dcterms:W3CDTF">2019-05-03T13:26:36Z</dcterms:created>
  <dcterms:modified xsi:type="dcterms:W3CDTF">2025-07-03T10:38:48Z</dcterms:modified>
</cp:coreProperties>
</file>